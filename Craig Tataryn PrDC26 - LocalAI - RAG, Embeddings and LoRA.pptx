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256" r:id="rId2"/>
    <p:sldId id="257" r:id="rId3"/>
    <p:sldId id="298" r:id="rId4"/>
    <p:sldId id="259" r:id="rId5"/>
    <p:sldId id="258" r:id="rId6"/>
    <p:sldId id="263" r:id="rId7"/>
    <p:sldId id="260" r:id="rId8"/>
    <p:sldId id="290" r:id="rId9"/>
    <p:sldId id="289" r:id="rId10"/>
    <p:sldId id="262" r:id="rId11"/>
    <p:sldId id="264" r:id="rId12"/>
    <p:sldId id="265" r:id="rId13"/>
    <p:sldId id="267" r:id="rId14"/>
    <p:sldId id="285" r:id="rId15"/>
    <p:sldId id="268" r:id="rId16"/>
    <p:sldId id="269" r:id="rId17"/>
    <p:sldId id="294" r:id="rId18"/>
    <p:sldId id="266" r:id="rId19"/>
    <p:sldId id="270" r:id="rId20"/>
    <p:sldId id="271" r:id="rId21"/>
    <p:sldId id="272" r:id="rId22"/>
    <p:sldId id="273" r:id="rId23"/>
    <p:sldId id="276" r:id="rId24"/>
    <p:sldId id="277" r:id="rId25"/>
    <p:sldId id="278" r:id="rId26"/>
    <p:sldId id="275" r:id="rId27"/>
    <p:sldId id="280" r:id="rId28"/>
    <p:sldId id="281" r:id="rId29"/>
    <p:sldId id="279" r:id="rId30"/>
    <p:sldId id="283" r:id="rId31"/>
    <p:sldId id="284" r:id="rId32"/>
    <p:sldId id="291" r:id="rId33"/>
    <p:sldId id="286" r:id="rId34"/>
    <p:sldId id="287" r:id="rId35"/>
    <p:sldId id="288" r:id="rId36"/>
    <p:sldId id="293" r:id="rId37"/>
    <p:sldId id="300" r:id="rId38"/>
    <p:sldId id="301" r:id="rId39"/>
    <p:sldId id="295" r:id="rId40"/>
    <p:sldId id="296" r:id="rId41"/>
    <p:sldId id="299" r:id="rId42"/>
    <p:sldId id="292"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6B2B8"/>
    <a:srgbClr val="3EAA02"/>
    <a:srgbClr val="CDD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20" d="100"/>
          <a:sy n="120" d="100"/>
        </p:scale>
        <p:origin x="2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aig Tataryn" userId="dbc9483f-6263-49e7-9e70-8fc098efa8bd" providerId="ADAL" clId="{F1262D32-8ACD-4083-B6D0-805FD0A6CFD9}"/>
    <pc:docChg chg="undo custSel addSld delSld modSld">
      <pc:chgData name="Craig Tataryn" userId="dbc9483f-6263-49e7-9e70-8fc098efa8bd" providerId="ADAL" clId="{F1262D32-8ACD-4083-B6D0-805FD0A6CFD9}" dt="2026-09-22T11:45:27.307" v="2899" actId="113"/>
      <pc:docMkLst>
        <pc:docMk/>
      </pc:docMkLst>
      <pc:sldChg chg="modSp mod">
        <pc:chgData name="Craig Tataryn" userId="dbc9483f-6263-49e7-9e70-8fc098efa8bd" providerId="ADAL" clId="{F1262D32-8ACD-4083-B6D0-805FD0A6CFD9}" dt="2026-09-15T18:29:27.124" v="2525" actId="20577"/>
        <pc:sldMkLst>
          <pc:docMk/>
          <pc:sldMk cId="3777742908" sldId="256"/>
        </pc:sldMkLst>
        <pc:spChg chg="mod">
          <ac:chgData name="Craig Tataryn" userId="dbc9483f-6263-49e7-9e70-8fc098efa8bd" providerId="ADAL" clId="{F1262D32-8ACD-4083-B6D0-805FD0A6CFD9}" dt="2026-09-15T18:29:27.124" v="2525" actId="20577"/>
          <ac:spMkLst>
            <pc:docMk/>
            <pc:sldMk cId="3777742908" sldId="256"/>
            <ac:spMk id="2" creationId="{C4EB804C-1C49-4C4C-0B9A-B6FEEE00A587}"/>
          </ac:spMkLst>
        </pc:spChg>
        <pc:spChg chg="mod">
          <ac:chgData name="Craig Tataryn" userId="dbc9483f-6263-49e7-9e70-8fc098efa8bd" providerId="ADAL" clId="{F1262D32-8ACD-4083-B6D0-805FD0A6CFD9}" dt="2026-09-14T19:05:51.572" v="410" actId="20577"/>
          <ac:spMkLst>
            <pc:docMk/>
            <pc:sldMk cId="3777742908" sldId="256"/>
            <ac:spMk id="3" creationId="{E43A9230-E8D8-8241-D4DF-809CBF2EF5D9}"/>
          </ac:spMkLst>
        </pc:spChg>
      </pc:sldChg>
      <pc:sldChg chg="modSp mod modAnim">
        <pc:chgData name="Craig Tataryn" userId="dbc9483f-6263-49e7-9e70-8fc098efa8bd" providerId="ADAL" clId="{F1262D32-8ACD-4083-B6D0-805FD0A6CFD9}" dt="2026-09-15T00:49:13.499" v="1054" actId="20577"/>
        <pc:sldMkLst>
          <pc:docMk/>
          <pc:sldMk cId="1709054036" sldId="257"/>
        </pc:sldMkLst>
        <pc:spChg chg="mod">
          <ac:chgData name="Craig Tataryn" userId="dbc9483f-6263-49e7-9e70-8fc098efa8bd" providerId="ADAL" clId="{F1262D32-8ACD-4083-B6D0-805FD0A6CFD9}" dt="2026-09-15T00:49:13.499" v="1054" actId="20577"/>
          <ac:spMkLst>
            <pc:docMk/>
            <pc:sldMk cId="1709054036" sldId="257"/>
            <ac:spMk id="3" creationId="{26EA4881-2BFD-AFDA-BEBE-924ADCC510FB}"/>
          </ac:spMkLst>
        </pc:spChg>
      </pc:sldChg>
      <pc:sldChg chg="modSp mod modAnim">
        <pc:chgData name="Craig Tataryn" userId="dbc9483f-6263-49e7-9e70-8fc098efa8bd" providerId="ADAL" clId="{F1262D32-8ACD-4083-B6D0-805FD0A6CFD9}" dt="2026-09-15T10:53:59.597" v="2366"/>
        <pc:sldMkLst>
          <pc:docMk/>
          <pc:sldMk cId="3328294297" sldId="258"/>
        </pc:sldMkLst>
        <pc:spChg chg="mod">
          <ac:chgData name="Craig Tataryn" userId="dbc9483f-6263-49e7-9e70-8fc098efa8bd" providerId="ADAL" clId="{F1262D32-8ACD-4083-B6D0-805FD0A6CFD9}" dt="2026-09-15T01:07:02.145" v="1403" actId="20577"/>
          <ac:spMkLst>
            <pc:docMk/>
            <pc:sldMk cId="3328294297" sldId="258"/>
            <ac:spMk id="3" creationId="{4A4FD802-3510-F663-6CE8-8D4C329914B2}"/>
          </ac:spMkLst>
        </pc:spChg>
      </pc:sldChg>
      <pc:sldChg chg="modAnim">
        <pc:chgData name="Craig Tataryn" userId="dbc9483f-6263-49e7-9e70-8fc098efa8bd" providerId="ADAL" clId="{F1262D32-8ACD-4083-B6D0-805FD0A6CFD9}" dt="2026-09-15T10:53:50.995" v="2365"/>
        <pc:sldMkLst>
          <pc:docMk/>
          <pc:sldMk cId="2443462398" sldId="259"/>
        </pc:sldMkLst>
      </pc:sldChg>
      <pc:sldChg chg="modSp mod modAnim">
        <pc:chgData name="Craig Tataryn" userId="dbc9483f-6263-49e7-9e70-8fc098efa8bd" providerId="ADAL" clId="{F1262D32-8ACD-4083-B6D0-805FD0A6CFD9}" dt="2026-09-15T10:54:29.335" v="2369"/>
        <pc:sldMkLst>
          <pc:docMk/>
          <pc:sldMk cId="3184811715" sldId="260"/>
        </pc:sldMkLst>
        <pc:spChg chg="mod">
          <ac:chgData name="Craig Tataryn" userId="dbc9483f-6263-49e7-9e70-8fc098efa8bd" providerId="ADAL" clId="{F1262D32-8ACD-4083-B6D0-805FD0A6CFD9}" dt="2026-09-15T01:11:33.673" v="1462" actId="20577"/>
          <ac:spMkLst>
            <pc:docMk/>
            <pc:sldMk cId="3184811715" sldId="260"/>
            <ac:spMk id="3" creationId="{321E5A87-DBCC-5703-C5E7-AB9AA58DFB1B}"/>
          </ac:spMkLst>
        </pc:spChg>
        <pc:picChg chg="mod">
          <ac:chgData name="Craig Tataryn" userId="dbc9483f-6263-49e7-9e70-8fc098efa8bd" providerId="ADAL" clId="{F1262D32-8ACD-4083-B6D0-805FD0A6CFD9}" dt="2026-09-14T19:18:04.913" v="472" actId="1076"/>
          <ac:picMkLst>
            <pc:docMk/>
            <pc:sldMk cId="3184811715" sldId="260"/>
            <ac:picMk id="6" creationId="{E7E16E0D-6938-96CA-5ADF-D7206BE18AFE}"/>
          </ac:picMkLst>
        </pc:picChg>
      </pc:sldChg>
      <pc:sldChg chg="addSp delSp mod modAnim">
        <pc:chgData name="Craig Tataryn" userId="dbc9483f-6263-49e7-9e70-8fc098efa8bd" providerId="ADAL" clId="{F1262D32-8ACD-4083-B6D0-805FD0A6CFD9}" dt="2026-09-18T17:05:35.994" v="2591" actId="478"/>
        <pc:sldMkLst>
          <pc:docMk/>
          <pc:sldMk cId="3795161718" sldId="262"/>
        </pc:sldMkLst>
      </pc:sldChg>
      <pc:sldChg chg="addSp delSp modSp mod modClrScheme modAnim chgLayout">
        <pc:chgData name="Craig Tataryn" userId="dbc9483f-6263-49e7-9e70-8fc098efa8bd" providerId="ADAL" clId="{F1262D32-8ACD-4083-B6D0-805FD0A6CFD9}" dt="2026-09-15T10:54:09.319" v="2367"/>
        <pc:sldMkLst>
          <pc:docMk/>
          <pc:sldMk cId="207861351" sldId="263"/>
        </pc:sldMkLst>
        <pc:spChg chg="mod ord">
          <ac:chgData name="Craig Tataryn" userId="dbc9483f-6263-49e7-9e70-8fc098efa8bd" providerId="ADAL" clId="{F1262D32-8ACD-4083-B6D0-805FD0A6CFD9}" dt="2026-09-15T00:55:11.185" v="1075" actId="700"/>
          <ac:spMkLst>
            <pc:docMk/>
            <pc:sldMk cId="207861351" sldId="263"/>
            <ac:spMk id="2" creationId="{3176BC01-21E4-8DB8-76D3-AE75BA28F6EE}"/>
          </ac:spMkLst>
        </pc:spChg>
        <pc:spChg chg="mod ord">
          <ac:chgData name="Craig Tataryn" userId="dbc9483f-6263-49e7-9e70-8fc098efa8bd" providerId="ADAL" clId="{F1262D32-8ACD-4083-B6D0-805FD0A6CFD9}" dt="2026-09-15T00:55:11.185" v="1075" actId="700"/>
          <ac:spMkLst>
            <pc:docMk/>
            <pc:sldMk cId="207861351" sldId="263"/>
            <ac:spMk id="3" creationId="{7DE4742B-D68C-4339-4247-836858A27D40}"/>
          </ac:spMkLst>
        </pc:spChg>
      </pc:sldChg>
      <pc:sldChg chg="modNotesTx">
        <pc:chgData name="Craig Tataryn" userId="dbc9483f-6263-49e7-9e70-8fc098efa8bd" providerId="ADAL" clId="{F1262D32-8ACD-4083-B6D0-805FD0A6CFD9}" dt="2026-09-15T11:00:24.290" v="2457" actId="20577"/>
        <pc:sldMkLst>
          <pc:docMk/>
          <pc:sldMk cId="4095813029" sldId="265"/>
        </pc:sldMkLst>
      </pc:sldChg>
      <pc:sldChg chg="modAnim">
        <pc:chgData name="Craig Tataryn" userId="dbc9483f-6263-49e7-9e70-8fc098efa8bd" providerId="ADAL" clId="{F1262D32-8ACD-4083-B6D0-805FD0A6CFD9}" dt="2026-09-15T11:00:59.798" v="2458"/>
        <pc:sldMkLst>
          <pc:docMk/>
          <pc:sldMk cId="4056947824" sldId="267"/>
        </pc:sldMkLst>
      </pc:sldChg>
      <pc:sldChg chg="modAnim">
        <pc:chgData name="Craig Tataryn" userId="dbc9483f-6263-49e7-9e70-8fc098efa8bd" providerId="ADAL" clId="{F1262D32-8ACD-4083-B6D0-805FD0A6CFD9}" dt="2026-09-15T01:47:15.337" v="1495"/>
        <pc:sldMkLst>
          <pc:docMk/>
          <pc:sldMk cId="609670840" sldId="268"/>
        </pc:sldMkLst>
      </pc:sldChg>
      <pc:sldChg chg="modAnim">
        <pc:chgData name="Craig Tataryn" userId="dbc9483f-6263-49e7-9e70-8fc098efa8bd" providerId="ADAL" clId="{F1262D32-8ACD-4083-B6D0-805FD0A6CFD9}" dt="2026-09-15T10:49:01.912" v="2224"/>
        <pc:sldMkLst>
          <pc:docMk/>
          <pc:sldMk cId="484041074" sldId="270"/>
        </pc:sldMkLst>
      </pc:sldChg>
      <pc:sldChg chg="modSp modAnim">
        <pc:chgData name="Craig Tataryn" userId="dbc9483f-6263-49e7-9e70-8fc098efa8bd" providerId="ADAL" clId="{F1262D32-8ACD-4083-B6D0-805FD0A6CFD9}" dt="2026-09-15T02:24:46.194" v="2208" actId="20577"/>
        <pc:sldMkLst>
          <pc:docMk/>
          <pc:sldMk cId="3873144108" sldId="272"/>
        </pc:sldMkLst>
        <pc:spChg chg="mod">
          <ac:chgData name="Craig Tataryn" userId="dbc9483f-6263-49e7-9e70-8fc098efa8bd" providerId="ADAL" clId="{F1262D32-8ACD-4083-B6D0-805FD0A6CFD9}" dt="2026-09-15T02:24:46.194" v="2208" actId="20577"/>
          <ac:spMkLst>
            <pc:docMk/>
            <pc:sldMk cId="3873144108" sldId="272"/>
            <ac:spMk id="3" creationId="{2FE4F69E-E1FF-C3EB-802A-47F54497F598}"/>
          </ac:spMkLst>
        </pc:spChg>
      </pc:sldChg>
      <pc:sldChg chg="modSp mod">
        <pc:chgData name="Craig Tataryn" userId="dbc9483f-6263-49e7-9e70-8fc098efa8bd" providerId="ADAL" clId="{F1262D32-8ACD-4083-B6D0-805FD0A6CFD9}" dt="2026-09-15T02:25:14.187" v="2222" actId="20577"/>
        <pc:sldMkLst>
          <pc:docMk/>
          <pc:sldMk cId="213903561" sldId="273"/>
        </pc:sldMkLst>
        <pc:spChg chg="mod">
          <ac:chgData name="Craig Tataryn" userId="dbc9483f-6263-49e7-9e70-8fc098efa8bd" providerId="ADAL" clId="{F1262D32-8ACD-4083-B6D0-805FD0A6CFD9}" dt="2026-09-15T02:25:14.187" v="2222" actId="20577"/>
          <ac:spMkLst>
            <pc:docMk/>
            <pc:sldMk cId="213903561" sldId="273"/>
            <ac:spMk id="2" creationId="{20A0B7F4-5471-5F20-682A-483D1FCFC6BF}"/>
          </ac:spMkLst>
        </pc:spChg>
      </pc:sldChg>
      <pc:sldChg chg="addSp delSp modSp mod">
        <pc:chgData name="Craig Tataryn" userId="dbc9483f-6263-49e7-9e70-8fc098efa8bd" providerId="ADAL" clId="{F1262D32-8ACD-4083-B6D0-805FD0A6CFD9}" dt="2026-09-21T01:25:45.642" v="2631" actId="14100"/>
        <pc:sldMkLst>
          <pc:docMk/>
          <pc:sldMk cId="3712076327" sldId="275"/>
        </pc:sldMkLst>
        <pc:spChg chg="add mod">
          <ac:chgData name="Craig Tataryn" userId="dbc9483f-6263-49e7-9e70-8fc098efa8bd" providerId="ADAL" clId="{F1262D32-8ACD-4083-B6D0-805FD0A6CFD9}" dt="2026-09-15T21:40:42.910" v="2580" actId="164"/>
          <ac:spMkLst>
            <pc:docMk/>
            <pc:sldMk cId="3712076327" sldId="275"/>
            <ac:spMk id="3" creationId="{EA86042B-B988-C747-796D-F7D3AC3B049A}"/>
          </ac:spMkLst>
        </pc:spChg>
        <pc:spChg chg="add mod">
          <ac:chgData name="Craig Tataryn" userId="dbc9483f-6263-49e7-9e70-8fc098efa8bd" providerId="ADAL" clId="{F1262D32-8ACD-4083-B6D0-805FD0A6CFD9}" dt="2026-09-15T21:40:42.910" v="2580" actId="164"/>
          <ac:spMkLst>
            <pc:docMk/>
            <pc:sldMk cId="3712076327" sldId="275"/>
            <ac:spMk id="6" creationId="{FA4B09E4-046F-F24E-86CE-FD9014FC2DB8}"/>
          </ac:spMkLst>
        </pc:spChg>
        <pc:spChg chg="add del">
          <ac:chgData name="Craig Tataryn" userId="dbc9483f-6263-49e7-9e70-8fc098efa8bd" providerId="ADAL" clId="{F1262D32-8ACD-4083-B6D0-805FD0A6CFD9}" dt="2026-09-21T01:25:14.112" v="2618" actId="22"/>
          <ac:spMkLst>
            <pc:docMk/>
            <pc:sldMk cId="3712076327" sldId="275"/>
            <ac:spMk id="9" creationId="{A1274E8F-7A8B-2575-E2ED-74F1B0C46638}"/>
          </ac:spMkLst>
        </pc:spChg>
        <pc:spChg chg="mod">
          <ac:chgData name="Craig Tataryn" userId="dbc9483f-6263-49e7-9e70-8fc098efa8bd" providerId="ADAL" clId="{F1262D32-8ACD-4083-B6D0-805FD0A6CFD9}" dt="2026-09-21T01:25:17.428" v="2619"/>
          <ac:spMkLst>
            <pc:docMk/>
            <pc:sldMk cId="3712076327" sldId="275"/>
            <ac:spMk id="13" creationId="{C264957F-7DBD-5A67-B555-077D9A10228B}"/>
          </ac:spMkLst>
        </pc:spChg>
        <pc:spChg chg="mod">
          <ac:chgData name="Craig Tataryn" userId="dbc9483f-6263-49e7-9e70-8fc098efa8bd" providerId="ADAL" clId="{F1262D32-8ACD-4083-B6D0-805FD0A6CFD9}" dt="2026-09-21T01:25:45.642" v="2631" actId="14100"/>
          <ac:spMkLst>
            <pc:docMk/>
            <pc:sldMk cId="3712076327" sldId="275"/>
            <ac:spMk id="14" creationId="{62103E52-4E0D-F6DB-670D-C6180EEC03AA}"/>
          </ac:spMkLst>
        </pc:spChg>
        <pc:grpChg chg="add mod">
          <ac:chgData name="Craig Tataryn" userId="dbc9483f-6263-49e7-9e70-8fc098efa8bd" providerId="ADAL" clId="{F1262D32-8ACD-4083-B6D0-805FD0A6CFD9}" dt="2026-09-15T21:40:42.910" v="2580" actId="164"/>
          <ac:grpSpMkLst>
            <pc:docMk/>
            <pc:sldMk cId="3712076327" sldId="275"/>
            <ac:grpSpMk id="7" creationId="{8F603649-09A6-BDB1-C033-ABF3C8DD879C}"/>
          </ac:grpSpMkLst>
        </pc:grpChg>
        <pc:grpChg chg="add mod">
          <ac:chgData name="Craig Tataryn" userId="dbc9483f-6263-49e7-9e70-8fc098efa8bd" providerId="ADAL" clId="{F1262D32-8ACD-4083-B6D0-805FD0A6CFD9}" dt="2026-09-21T01:25:22.777" v="2620" actId="1076"/>
          <ac:grpSpMkLst>
            <pc:docMk/>
            <pc:sldMk cId="3712076327" sldId="275"/>
            <ac:grpSpMk id="10" creationId="{A8F89AD7-1459-402B-F719-29D633DDF5A4}"/>
          </ac:grpSpMkLst>
        </pc:grpChg>
      </pc:sldChg>
      <pc:sldChg chg="addSp modSp mod">
        <pc:chgData name="Craig Tataryn" userId="dbc9483f-6263-49e7-9e70-8fc098efa8bd" providerId="ADAL" clId="{F1262D32-8ACD-4083-B6D0-805FD0A6CFD9}" dt="2026-09-21T01:26:31.172" v="2641" actId="1035"/>
        <pc:sldMkLst>
          <pc:docMk/>
          <pc:sldMk cId="2333528190" sldId="279"/>
        </pc:sldMkLst>
        <pc:spChg chg="mod">
          <ac:chgData name="Craig Tataryn" userId="dbc9483f-6263-49e7-9e70-8fc098efa8bd" providerId="ADAL" clId="{F1262D32-8ACD-4083-B6D0-805FD0A6CFD9}" dt="2026-09-15T21:40:52.210" v="2583"/>
          <ac:spMkLst>
            <pc:docMk/>
            <pc:sldMk cId="2333528190" sldId="279"/>
            <ac:spMk id="6" creationId="{B30C56A5-ECDA-8E4D-5153-559029D41F0D}"/>
          </ac:spMkLst>
        </pc:spChg>
        <pc:spChg chg="mod">
          <ac:chgData name="Craig Tataryn" userId="dbc9483f-6263-49e7-9e70-8fc098efa8bd" providerId="ADAL" clId="{F1262D32-8ACD-4083-B6D0-805FD0A6CFD9}" dt="2026-09-15T21:40:52.210" v="2583"/>
          <ac:spMkLst>
            <pc:docMk/>
            <pc:sldMk cId="2333528190" sldId="279"/>
            <ac:spMk id="7" creationId="{F9E53655-1C32-B6E7-5189-35C3AB8DCB08}"/>
          </ac:spMkLst>
        </pc:spChg>
        <pc:spChg chg="mod">
          <ac:chgData name="Craig Tataryn" userId="dbc9483f-6263-49e7-9e70-8fc098efa8bd" providerId="ADAL" clId="{F1262D32-8ACD-4083-B6D0-805FD0A6CFD9}" dt="2026-09-21T01:26:19.394" v="2635" actId="14100"/>
          <ac:spMkLst>
            <pc:docMk/>
            <pc:sldMk cId="2333528190" sldId="279"/>
            <ac:spMk id="9" creationId="{A0ABA20B-6AB1-C857-947E-4BE6CFE45E5E}"/>
          </ac:spMkLst>
        </pc:spChg>
        <pc:spChg chg="mod">
          <ac:chgData name="Craig Tataryn" userId="dbc9483f-6263-49e7-9e70-8fc098efa8bd" providerId="ADAL" clId="{F1262D32-8ACD-4083-B6D0-805FD0A6CFD9}" dt="2026-09-21T01:26:31.172" v="2641" actId="1035"/>
          <ac:spMkLst>
            <pc:docMk/>
            <pc:sldMk cId="2333528190" sldId="279"/>
            <ac:spMk id="13" creationId="{16F793B5-3780-A08B-DBEE-403184D7DF38}"/>
          </ac:spMkLst>
        </pc:spChg>
        <pc:grpChg chg="add mod">
          <ac:chgData name="Craig Tataryn" userId="dbc9483f-6263-49e7-9e70-8fc098efa8bd" providerId="ADAL" clId="{F1262D32-8ACD-4083-B6D0-805FD0A6CFD9}" dt="2026-09-15T21:40:52.210" v="2583"/>
          <ac:grpSpMkLst>
            <pc:docMk/>
            <pc:sldMk cId="2333528190" sldId="279"/>
            <ac:grpSpMk id="3" creationId="{C4828423-5DAE-5474-8042-FDAFC3154F3F}"/>
          </ac:grpSpMkLst>
        </pc:grpChg>
        <pc:grpChg chg="add mod">
          <ac:chgData name="Craig Tataryn" userId="dbc9483f-6263-49e7-9e70-8fc098efa8bd" providerId="ADAL" clId="{F1262D32-8ACD-4083-B6D0-805FD0A6CFD9}" dt="2026-09-21T01:26:13.808" v="2634"/>
          <ac:grpSpMkLst>
            <pc:docMk/>
            <pc:sldMk cId="2333528190" sldId="279"/>
            <ac:grpSpMk id="8" creationId="{8C2E9D02-11F6-8BF2-6279-010EA6A16AFF}"/>
          </ac:grpSpMkLst>
        </pc:grpChg>
      </pc:sldChg>
      <pc:sldChg chg="addSp modSp">
        <pc:chgData name="Craig Tataryn" userId="dbc9483f-6263-49e7-9e70-8fc098efa8bd" providerId="ADAL" clId="{F1262D32-8ACD-4083-B6D0-805FD0A6CFD9}" dt="2026-09-21T01:26:06.277" v="2632"/>
        <pc:sldMkLst>
          <pc:docMk/>
          <pc:sldMk cId="975529394" sldId="280"/>
        </pc:sldMkLst>
        <pc:spChg chg="mod">
          <ac:chgData name="Craig Tataryn" userId="dbc9483f-6263-49e7-9e70-8fc098efa8bd" providerId="ADAL" clId="{F1262D32-8ACD-4083-B6D0-805FD0A6CFD9}" dt="2026-09-15T21:40:48.140" v="2581"/>
          <ac:spMkLst>
            <pc:docMk/>
            <pc:sldMk cId="975529394" sldId="280"/>
            <ac:spMk id="6" creationId="{7FDF49C0-B110-AF70-D852-AD1926D39A1E}"/>
          </ac:spMkLst>
        </pc:spChg>
        <pc:spChg chg="mod">
          <ac:chgData name="Craig Tataryn" userId="dbc9483f-6263-49e7-9e70-8fc098efa8bd" providerId="ADAL" clId="{F1262D32-8ACD-4083-B6D0-805FD0A6CFD9}" dt="2026-09-15T21:40:48.140" v="2581"/>
          <ac:spMkLst>
            <pc:docMk/>
            <pc:sldMk cId="975529394" sldId="280"/>
            <ac:spMk id="7" creationId="{67894151-524D-526F-9366-3729BB37E699}"/>
          </ac:spMkLst>
        </pc:spChg>
        <pc:spChg chg="mod">
          <ac:chgData name="Craig Tataryn" userId="dbc9483f-6263-49e7-9e70-8fc098efa8bd" providerId="ADAL" clId="{F1262D32-8ACD-4083-B6D0-805FD0A6CFD9}" dt="2026-09-21T01:26:06.277" v="2632"/>
          <ac:spMkLst>
            <pc:docMk/>
            <pc:sldMk cId="975529394" sldId="280"/>
            <ac:spMk id="9" creationId="{45D08C53-6748-D84F-67C9-861E77D56306}"/>
          </ac:spMkLst>
        </pc:spChg>
        <pc:spChg chg="mod">
          <ac:chgData name="Craig Tataryn" userId="dbc9483f-6263-49e7-9e70-8fc098efa8bd" providerId="ADAL" clId="{F1262D32-8ACD-4083-B6D0-805FD0A6CFD9}" dt="2026-09-21T01:26:06.277" v="2632"/>
          <ac:spMkLst>
            <pc:docMk/>
            <pc:sldMk cId="975529394" sldId="280"/>
            <ac:spMk id="10" creationId="{AB544BB8-F188-D04A-B57B-DF12E5D29D77}"/>
          </ac:spMkLst>
        </pc:spChg>
        <pc:grpChg chg="add mod">
          <ac:chgData name="Craig Tataryn" userId="dbc9483f-6263-49e7-9e70-8fc098efa8bd" providerId="ADAL" clId="{F1262D32-8ACD-4083-B6D0-805FD0A6CFD9}" dt="2026-09-15T21:40:48.140" v="2581"/>
          <ac:grpSpMkLst>
            <pc:docMk/>
            <pc:sldMk cId="975529394" sldId="280"/>
            <ac:grpSpMk id="3" creationId="{D4C0E7EA-2A87-5722-F513-644AF3DDC8D0}"/>
          </ac:grpSpMkLst>
        </pc:grpChg>
        <pc:grpChg chg="add mod">
          <ac:chgData name="Craig Tataryn" userId="dbc9483f-6263-49e7-9e70-8fc098efa8bd" providerId="ADAL" clId="{F1262D32-8ACD-4083-B6D0-805FD0A6CFD9}" dt="2026-09-21T01:26:06.277" v="2632"/>
          <ac:grpSpMkLst>
            <pc:docMk/>
            <pc:sldMk cId="975529394" sldId="280"/>
            <ac:grpSpMk id="8" creationId="{7FC7A7BA-8A8D-7424-2271-3C02ECEA0764}"/>
          </ac:grpSpMkLst>
        </pc:grpChg>
      </pc:sldChg>
      <pc:sldChg chg="addSp modSp">
        <pc:chgData name="Craig Tataryn" userId="dbc9483f-6263-49e7-9e70-8fc098efa8bd" providerId="ADAL" clId="{F1262D32-8ACD-4083-B6D0-805FD0A6CFD9}" dt="2026-09-21T01:26:11.400" v="2633"/>
        <pc:sldMkLst>
          <pc:docMk/>
          <pc:sldMk cId="3572572694" sldId="281"/>
        </pc:sldMkLst>
        <pc:spChg chg="mod">
          <ac:chgData name="Craig Tataryn" userId="dbc9483f-6263-49e7-9e70-8fc098efa8bd" providerId="ADAL" clId="{F1262D32-8ACD-4083-B6D0-805FD0A6CFD9}" dt="2026-09-15T21:40:50.162" v="2582"/>
          <ac:spMkLst>
            <pc:docMk/>
            <pc:sldMk cId="3572572694" sldId="281"/>
            <ac:spMk id="7" creationId="{669627B6-6A58-E2EF-0554-C365F94A0152}"/>
          </ac:spMkLst>
        </pc:spChg>
        <pc:spChg chg="mod">
          <ac:chgData name="Craig Tataryn" userId="dbc9483f-6263-49e7-9e70-8fc098efa8bd" providerId="ADAL" clId="{F1262D32-8ACD-4083-B6D0-805FD0A6CFD9}" dt="2026-09-15T21:40:50.162" v="2582"/>
          <ac:spMkLst>
            <pc:docMk/>
            <pc:sldMk cId="3572572694" sldId="281"/>
            <ac:spMk id="8" creationId="{772E9D4F-176D-94FC-4951-3CB8E1AE9DF1}"/>
          </ac:spMkLst>
        </pc:spChg>
        <pc:spChg chg="mod">
          <ac:chgData name="Craig Tataryn" userId="dbc9483f-6263-49e7-9e70-8fc098efa8bd" providerId="ADAL" clId="{F1262D32-8ACD-4083-B6D0-805FD0A6CFD9}" dt="2026-09-21T01:26:11.400" v="2633"/>
          <ac:spMkLst>
            <pc:docMk/>
            <pc:sldMk cId="3572572694" sldId="281"/>
            <ac:spMk id="10" creationId="{E43E01C7-6B23-05CC-04B9-4F7885A136F8}"/>
          </ac:spMkLst>
        </pc:spChg>
        <pc:spChg chg="mod">
          <ac:chgData name="Craig Tataryn" userId="dbc9483f-6263-49e7-9e70-8fc098efa8bd" providerId="ADAL" clId="{F1262D32-8ACD-4083-B6D0-805FD0A6CFD9}" dt="2026-09-21T01:26:11.400" v="2633"/>
          <ac:spMkLst>
            <pc:docMk/>
            <pc:sldMk cId="3572572694" sldId="281"/>
            <ac:spMk id="13" creationId="{D475347D-40C6-0AF3-D1F1-3DEA33A0FC53}"/>
          </ac:spMkLst>
        </pc:spChg>
        <pc:grpChg chg="add mod">
          <ac:chgData name="Craig Tataryn" userId="dbc9483f-6263-49e7-9e70-8fc098efa8bd" providerId="ADAL" clId="{F1262D32-8ACD-4083-B6D0-805FD0A6CFD9}" dt="2026-09-15T21:40:50.162" v="2582"/>
          <ac:grpSpMkLst>
            <pc:docMk/>
            <pc:sldMk cId="3572572694" sldId="281"/>
            <ac:grpSpMk id="3" creationId="{43D8E8B2-9154-CBA2-5481-778AAC162F45}"/>
          </ac:grpSpMkLst>
        </pc:grpChg>
        <pc:grpChg chg="add mod">
          <ac:chgData name="Craig Tataryn" userId="dbc9483f-6263-49e7-9e70-8fc098efa8bd" providerId="ADAL" clId="{F1262D32-8ACD-4083-B6D0-805FD0A6CFD9}" dt="2026-09-21T01:26:11.400" v="2633"/>
          <ac:grpSpMkLst>
            <pc:docMk/>
            <pc:sldMk cId="3572572694" sldId="281"/>
            <ac:grpSpMk id="9" creationId="{5F6B6CD1-C2F6-A160-A299-C0AE8C7F0721}"/>
          </ac:grpSpMkLst>
        </pc:grpChg>
      </pc:sldChg>
      <pc:sldChg chg="addSp modSp">
        <pc:chgData name="Craig Tataryn" userId="dbc9483f-6263-49e7-9e70-8fc098efa8bd" providerId="ADAL" clId="{F1262D32-8ACD-4083-B6D0-805FD0A6CFD9}" dt="2026-09-15T21:40:55.236" v="2584"/>
        <pc:sldMkLst>
          <pc:docMk/>
          <pc:sldMk cId="548911207" sldId="283"/>
        </pc:sldMkLst>
        <pc:spChg chg="mod">
          <ac:chgData name="Craig Tataryn" userId="dbc9483f-6263-49e7-9e70-8fc098efa8bd" providerId="ADAL" clId="{F1262D32-8ACD-4083-B6D0-805FD0A6CFD9}" dt="2026-09-15T21:40:55.236" v="2584"/>
          <ac:spMkLst>
            <pc:docMk/>
            <pc:sldMk cId="548911207" sldId="283"/>
            <ac:spMk id="6" creationId="{21A74B59-EBB5-654F-2A05-889B8E5F7CFE}"/>
          </ac:spMkLst>
        </pc:spChg>
        <pc:spChg chg="mod">
          <ac:chgData name="Craig Tataryn" userId="dbc9483f-6263-49e7-9e70-8fc098efa8bd" providerId="ADAL" clId="{F1262D32-8ACD-4083-B6D0-805FD0A6CFD9}" dt="2026-09-15T21:40:55.236" v="2584"/>
          <ac:spMkLst>
            <pc:docMk/>
            <pc:sldMk cId="548911207" sldId="283"/>
            <ac:spMk id="7" creationId="{43009B6B-5D6F-3DE0-C501-B6F684D7B08B}"/>
          </ac:spMkLst>
        </pc:spChg>
        <pc:grpChg chg="add mod">
          <ac:chgData name="Craig Tataryn" userId="dbc9483f-6263-49e7-9e70-8fc098efa8bd" providerId="ADAL" clId="{F1262D32-8ACD-4083-B6D0-805FD0A6CFD9}" dt="2026-09-15T21:40:55.236" v="2584"/>
          <ac:grpSpMkLst>
            <pc:docMk/>
            <pc:sldMk cId="548911207" sldId="283"/>
            <ac:grpSpMk id="3" creationId="{623AA33F-7B8A-D06A-B488-A3E647B159E7}"/>
          </ac:grpSpMkLst>
        </pc:grpChg>
      </pc:sldChg>
      <pc:sldChg chg="addSp modSp">
        <pc:chgData name="Craig Tataryn" userId="dbc9483f-6263-49e7-9e70-8fc098efa8bd" providerId="ADAL" clId="{F1262D32-8ACD-4083-B6D0-805FD0A6CFD9}" dt="2026-09-21T01:26:40.387" v="2642"/>
        <pc:sldMkLst>
          <pc:docMk/>
          <pc:sldMk cId="573491263" sldId="284"/>
        </pc:sldMkLst>
        <pc:spChg chg="mod">
          <ac:chgData name="Craig Tataryn" userId="dbc9483f-6263-49e7-9e70-8fc098efa8bd" providerId="ADAL" clId="{F1262D32-8ACD-4083-B6D0-805FD0A6CFD9}" dt="2026-09-15T21:40:59.020" v="2585"/>
          <ac:spMkLst>
            <pc:docMk/>
            <pc:sldMk cId="573491263" sldId="284"/>
            <ac:spMk id="8" creationId="{2301E524-C92E-28AC-5DEB-2C67317ACF80}"/>
          </ac:spMkLst>
        </pc:spChg>
        <pc:spChg chg="mod">
          <ac:chgData name="Craig Tataryn" userId="dbc9483f-6263-49e7-9e70-8fc098efa8bd" providerId="ADAL" clId="{F1262D32-8ACD-4083-B6D0-805FD0A6CFD9}" dt="2026-09-15T21:40:59.020" v="2585"/>
          <ac:spMkLst>
            <pc:docMk/>
            <pc:sldMk cId="573491263" sldId="284"/>
            <ac:spMk id="9" creationId="{62EA2320-2AAA-6575-0F8D-23045E076578}"/>
          </ac:spMkLst>
        </pc:spChg>
        <pc:spChg chg="mod">
          <ac:chgData name="Craig Tataryn" userId="dbc9483f-6263-49e7-9e70-8fc098efa8bd" providerId="ADAL" clId="{F1262D32-8ACD-4083-B6D0-805FD0A6CFD9}" dt="2026-09-21T01:26:40.387" v="2642"/>
          <ac:spMkLst>
            <pc:docMk/>
            <pc:sldMk cId="573491263" sldId="284"/>
            <ac:spMk id="15" creationId="{FF974F34-80EF-5F25-F83C-7F32F340711B}"/>
          </ac:spMkLst>
        </pc:spChg>
        <pc:spChg chg="mod">
          <ac:chgData name="Craig Tataryn" userId="dbc9483f-6263-49e7-9e70-8fc098efa8bd" providerId="ADAL" clId="{F1262D32-8ACD-4083-B6D0-805FD0A6CFD9}" dt="2026-09-21T01:26:40.387" v="2642"/>
          <ac:spMkLst>
            <pc:docMk/>
            <pc:sldMk cId="573491263" sldId="284"/>
            <ac:spMk id="16" creationId="{02BDAA24-8265-D6B9-0616-5AFC5604AAA1}"/>
          </ac:spMkLst>
        </pc:spChg>
        <pc:grpChg chg="add mod">
          <ac:chgData name="Craig Tataryn" userId="dbc9483f-6263-49e7-9e70-8fc098efa8bd" providerId="ADAL" clId="{F1262D32-8ACD-4083-B6D0-805FD0A6CFD9}" dt="2026-09-15T21:40:59.020" v="2585"/>
          <ac:grpSpMkLst>
            <pc:docMk/>
            <pc:sldMk cId="573491263" sldId="284"/>
            <ac:grpSpMk id="6" creationId="{768DB219-1EA9-6B93-3076-1FBD735983D5}"/>
          </ac:grpSpMkLst>
        </pc:grpChg>
        <pc:grpChg chg="add mod">
          <ac:chgData name="Craig Tataryn" userId="dbc9483f-6263-49e7-9e70-8fc098efa8bd" providerId="ADAL" clId="{F1262D32-8ACD-4083-B6D0-805FD0A6CFD9}" dt="2026-09-21T01:26:40.387" v="2642"/>
          <ac:grpSpMkLst>
            <pc:docMk/>
            <pc:sldMk cId="573491263" sldId="284"/>
            <ac:grpSpMk id="13" creationId="{52397779-9231-1397-7E24-C82F9C8F9D88}"/>
          </ac:grpSpMkLst>
        </pc:grpChg>
      </pc:sldChg>
      <pc:sldChg chg="modSp modAnim">
        <pc:chgData name="Craig Tataryn" userId="dbc9483f-6263-49e7-9e70-8fc098efa8bd" providerId="ADAL" clId="{F1262D32-8ACD-4083-B6D0-805FD0A6CFD9}" dt="2026-09-15T11:01:26.823" v="2459"/>
        <pc:sldMkLst>
          <pc:docMk/>
          <pc:sldMk cId="2397172886" sldId="285"/>
        </pc:sldMkLst>
        <pc:spChg chg="mod">
          <ac:chgData name="Craig Tataryn" userId="dbc9483f-6263-49e7-9e70-8fc098efa8bd" providerId="ADAL" clId="{F1262D32-8ACD-4083-B6D0-805FD0A6CFD9}" dt="2026-09-15T01:45:28.989" v="1493" actId="20577"/>
          <ac:spMkLst>
            <pc:docMk/>
            <pc:sldMk cId="2397172886" sldId="285"/>
            <ac:spMk id="3" creationId="{6E161595-4505-CB3B-62F0-0BB56DA289EA}"/>
          </ac:spMkLst>
        </pc:spChg>
      </pc:sldChg>
      <pc:sldChg chg="modSp modAnim">
        <pc:chgData name="Craig Tataryn" userId="dbc9483f-6263-49e7-9e70-8fc098efa8bd" providerId="ADAL" clId="{F1262D32-8ACD-4083-B6D0-805FD0A6CFD9}" dt="2026-09-15T11:02:06.500" v="2460"/>
        <pc:sldMkLst>
          <pc:docMk/>
          <pc:sldMk cId="134550707" sldId="287"/>
        </pc:sldMkLst>
        <pc:spChg chg="mod">
          <ac:chgData name="Craig Tataryn" userId="dbc9483f-6263-49e7-9e70-8fc098efa8bd" providerId="ADAL" clId="{F1262D32-8ACD-4083-B6D0-805FD0A6CFD9}" dt="2026-09-15T01:59:40.077" v="1637" actId="20577"/>
          <ac:spMkLst>
            <pc:docMk/>
            <pc:sldMk cId="134550707" sldId="287"/>
            <ac:spMk id="3" creationId="{28CEA09E-9FD3-7C9C-0E41-0AE02B116408}"/>
          </ac:spMkLst>
        </pc:spChg>
      </pc:sldChg>
      <pc:sldChg chg="addSp modSp mod">
        <pc:chgData name="Craig Tataryn" userId="dbc9483f-6263-49e7-9e70-8fc098efa8bd" providerId="ADAL" clId="{F1262D32-8ACD-4083-B6D0-805FD0A6CFD9}" dt="2026-09-15T21:01:00.025" v="2550" actId="20577"/>
        <pc:sldMkLst>
          <pc:docMk/>
          <pc:sldMk cId="246371178" sldId="288"/>
        </pc:sldMkLst>
        <pc:spChg chg="mod">
          <ac:chgData name="Craig Tataryn" userId="dbc9483f-6263-49e7-9e70-8fc098efa8bd" providerId="ADAL" clId="{F1262D32-8ACD-4083-B6D0-805FD0A6CFD9}" dt="2026-09-15T02:03:13.232" v="1847" actId="20577"/>
          <ac:spMkLst>
            <pc:docMk/>
            <pc:sldMk cId="246371178" sldId="288"/>
            <ac:spMk id="3" creationId="{C565C3F0-F714-F6F6-56F6-97AA4E749EB7}"/>
          </ac:spMkLst>
        </pc:spChg>
        <pc:spChg chg="add mod">
          <ac:chgData name="Craig Tataryn" userId="dbc9483f-6263-49e7-9e70-8fc098efa8bd" providerId="ADAL" clId="{F1262D32-8ACD-4083-B6D0-805FD0A6CFD9}" dt="2026-09-15T21:01:00.025" v="2550" actId="20577"/>
          <ac:spMkLst>
            <pc:docMk/>
            <pc:sldMk cId="246371178" sldId="288"/>
            <ac:spMk id="5" creationId="{2DCBF176-E6A0-B48B-4FE5-8476CF4B29AA}"/>
          </ac:spMkLst>
        </pc:spChg>
      </pc:sldChg>
      <pc:sldChg chg="modSp mod modAnim modNotesTx">
        <pc:chgData name="Craig Tataryn" userId="dbc9483f-6263-49e7-9e70-8fc098efa8bd" providerId="ADAL" clId="{F1262D32-8ACD-4083-B6D0-805FD0A6CFD9}" dt="2026-09-15T10:57:22.922" v="2384"/>
        <pc:sldMkLst>
          <pc:docMk/>
          <pc:sldMk cId="497770296" sldId="289"/>
        </pc:sldMkLst>
        <pc:spChg chg="mod">
          <ac:chgData name="Craig Tataryn" userId="dbc9483f-6263-49e7-9e70-8fc098efa8bd" providerId="ADAL" clId="{F1262D32-8ACD-4083-B6D0-805FD0A6CFD9}" dt="2026-09-15T10:55:45.604" v="2382" actId="20577"/>
          <ac:spMkLst>
            <pc:docMk/>
            <pc:sldMk cId="497770296" sldId="289"/>
            <ac:spMk id="3" creationId="{E3EDB1EF-D218-FEEC-69F4-B3444E79FDDE}"/>
          </ac:spMkLst>
        </pc:spChg>
        <pc:picChg chg="mod">
          <ac:chgData name="Craig Tataryn" userId="dbc9483f-6263-49e7-9e70-8fc098efa8bd" providerId="ADAL" clId="{F1262D32-8ACD-4083-B6D0-805FD0A6CFD9}" dt="2026-09-15T01:22:29.095" v="1468" actId="1076"/>
          <ac:picMkLst>
            <pc:docMk/>
            <pc:sldMk cId="497770296" sldId="289"/>
            <ac:picMk id="5" creationId="{7903B750-73E8-A476-8E1A-8C6DBF14F029}"/>
          </ac:picMkLst>
        </pc:picChg>
        <pc:picChg chg="mod">
          <ac:chgData name="Craig Tataryn" userId="dbc9483f-6263-49e7-9e70-8fc098efa8bd" providerId="ADAL" clId="{F1262D32-8ACD-4083-B6D0-805FD0A6CFD9}" dt="2026-09-15T01:22:30.286" v="1469" actId="1076"/>
          <ac:picMkLst>
            <pc:docMk/>
            <pc:sldMk cId="497770296" sldId="289"/>
            <ac:picMk id="8" creationId="{E1BDF4D3-39DC-6EE2-92A8-0B2A24EFD52F}"/>
          </ac:picMkLst>
        </pc:picChg>
      </pc:sldChg>
      <pc:sldChg chg="addSp modSp mod modAnim modNotesTx">
        <pc:chgData name="Craig Tataryn" userId="dbc9483f-6263-49e7-9e70-8fc098efa8bd" providerId="ADAL" clId="{F1262D32-8ACD-4083-B6D0-805FD0A6CFD9}" dt="2026-09-15T10:54:56.074" v="2370"/>
        <pc:sldMkLst>
          <pc:docMk/>
          <pc:sldMk cId="4159494795" sldId="290"/>
        </pc:sldMkLst>
        <pc:spChg chg="mod">
          <ac:chgData name="Craig Tataryn" userId="dbc9483f-6263-49e7-9e70-8fc098efa8bd" providerId="ADAL" clId="{F1262D32-8ACD-4083-B6D0-805FD0A6CFD9}" dt="2026-09-14T20:46:56.766" v="480" actId="6549"/>
          <ac:spMkLst>
            <pc:docMk/>
            <pc:sldMk cId="4159494795" sldId="290"/>
            <ac:spMk id="6" creationId="{2CF3D7EF-8FFD-9334-F6CC-7D344E2F1159}"/>
          </ac:spMkLst>
        </pc:spChg>
        <pc:spChg chg="add mod">
          <ac:chgData name="Craig Tataryn" userId="dbc9483f-6263-49e7-9e70-8fc098efa8bd" providerId="ADAL" clId="{F1262D32-8ACD-4083-B6D0-805FD0A6CFD9}" dt="2026-09-14T18:34:35.326" v="40" actId="164"/>
          <ac:spMkLst>
            <pc:docMk/>
            <pc:sldMk cId="4159494795" sldId="290"/>
            <ac:spMk id="7" creationId="{7C21FC47-62CA-CEF6-EAD5-AA511F9F8A1D}"/>
          </ac:spMkLst>
        </pc:spChg>
        <pc:grpChg chg="add mod">
          <ac:chgData name="Craig Tataryn" userId="dbc9483f-6263-49e7-9e70-8fc098efa8bd" providerId="ADAL" clId="{F1262D32-8ACD-4083-B6D0-805FD0A6CFD9}" dt="2026-09-14T18:34:35.326" v="40" actId="164"/>
          <ac:grpSpMkLst>
            <pc:docMk/>
            <pc:sldMk cId="4159494795" sldId="290"/>
            <ac:grpSpMk id="8" creationId="{45805D7F-46E3-8F15-C40C-FF987A164E46}"/>
          </ac:grpSpMkLst>
        </pc:grpChg>
        <pc:picChg chg="add mod">
          <ac:chgData name="Craig Tataryn" userId="dbc9483f-6263-49e7-9e70-8fc098efa8bd" providerId="ADAL" clId="{F1262D32-8ACD-4083-B6D0-805FD0A6CFD9}" dt="2026-09-14T18:34:35.326" v="40" actId="164"/>
          <ac:picMkLst>
            <pc:docMk/>
            <pc:sldMk cId="4159494795" sldId="290"/>
            <ac:picMk id="3" creationId="{AA179DF0-E81A-513B-CD2D-80710836F5D4}"/>
          </ac:picMkLst>
        </pc:picChg>
      </pc:sldChg>
      <pc:sldChg chg="addSp delSp modSp new mod modClrScheme modAnim chgLayout modNotesTx">
        <pc:chgData name="Craig Tataryn" userId="dbc9483f-6263-49e7-9e70-8fc098efa8bd" providerId="ADAL" clId="{F1262D32-8ACD-4083-B6D0-805FD0A6CFD9}" dt="2026-09-15T01:57:09.159" v="1591"/>
        <pc:sldMkLst>
          <pc:docMk/>
          <pc:sldMk cId="2144611448" sldId="291"/>
        </pc:sldMkLst>
        <pc:spChg chg="mod ord">
          <ac:chgData name="Craig Tataryn" userId="dbc9483f-6263-49e7-9e70-8fc098efa8bd" providerId="ADAL" clId="{F1262D32-8ACD-4083-B6D0-805FD0A6CFD9}" dt="2026-09-14T18:40:21.735" v="55" actId="700"/>
          <ac:spMkLst>
            <pc:docMk/>
            <pc:sldMk cId="2144611448" sldId="291"/>
            <ac:spMk id="2" creationId="{09406F76-9545-9815-8DE2-90B13614C900}"/>
          </ac:spMkLst>
        </pc:spChg>
        <pc:spChg chg="add mod">
          <ac:chgData name="Craig Tataryn" userId="dbc9483f-6263-49e7-9e70-8fc098efa8bd" providerId="ADAL" clId="{F1262D32-8ACD-4083-B6D0-805FD0A6CFD9}" dt="2026-09-14T19:01:35.494" v="397" actId="1035"/>
          <ac:spMkLst>
            <pc:docMk/>
            <pc:sldMk cId="2144611448" sldId="291"/>
            <ac:spMk id="7" creationId="{1068B157-EB39-3E65-CFD2-8040B67148B1}"/>
          </ac:spMkLst>
        </pc:spChg>
        <pc:spChg chg="add mod">
          <ac:chgData name="Craig Tataryn" userId="dbc9483f-6263-49e7-9e70-8fc098efa8bd" providerId="ADAL" clId="{F1262D32-8ACD-4083-B6D0-805FD0A6CFD9}" dt="2026-09-14T19:01:36.302" v="399" actId="1036"/>
          <ac:spMkLst>
            <pc:docMk/>
            <pc:sldMk cId="2144611448" sldId="291"/>
            <ac:spMk id="10" creationId="{87A8B0CD-7BE4-06E6-86D1-A4DE7D653093}"/>
          </ac:spMkLst>
        </pc:spChg>
        <pc:spChg chg="add mod">
          <ac:chgData name="Craig Tataryn" userId="dbc9483f-6263-49e7-9e70-8fc098efa8bd" providerId="ADAL" clId="{F1262D32-8ACD-4083-B6D0-805FD0A6CFD9}" dt="2026-09-14T18:53:35.818" v="228" actId="164"/>
          <ac:spMkLst>
            <pc:docMk/>
            <pc:sldMk cId="2144611448" sldId="291"/>
            <ac:spMk id="11" creationId="{7E7D4730-A9CB-A012-308D-1147B8AA3322}"/>
          </ac:spMkLst>
        </pc:spChg>
        <pc:spChg chg="add mod">
          <ac:chgData name="Craig Tataryn" userId="dbc9483f-6263-49e7-9e70-8fc098efa8bd" providerId="ADAL" clId="{F1262D32-8ACD-4083-B6D0-805FD0A6CFD9}" dt="2026-09-14T18:53:35.818" v="228" actId="164"/>
          <ac:spMkLst>
            <pc:docMk/>
            <pc:sldMk cId="2144611448" sldId="291"/>
            <ac:spMk id="12" creationId="{4A1E9639-39E1-B5AF-1FA6-837B7F5A7034}"/>
          </ac:spMkLst>
        </pc:spChg>
        <pc:spChg chg="add mod">
          <ac:chgData name="Craig Tataryn" userId="dbc9483f-6263-49e7-9e70-8fc098efa8bd" providerId="ADAL" clId="{F1262D32-8ACD-4083-B6D0-805FD0A6CFD9}" dt="2026-09-14T19:01:35.825" v="398" actId="1076"/>
          <ac:spMkLst>
            <pc:docMk/>
            <pc:sldMk cId="2144611448" sldId="291"/>
            <ac:spMk id="15" creationId="{52145E4D-F441-7AC3-69AF-CBB7797F1844}"/>
          </ac:spMkLst>
        </pc:spChg>
        <pc:grpChg chg="add mod">
          <ac:chgData name="Craig Tataryn" userId="dbc9483f-6263-49e7-9e70-8fc098efa8bd" providerId="ADAL" clId="{F1262D32-8ACD-4083-B6D0-805FD0A6CFD9}" dt="2026-09-14T19:01:36.302" v="399" actId="1036"/>
          <ac:grpSpMkLst>
            <pc:docMk/>
            <pc:sldMk cId="2144611448" sldId="291"/>
            <ac:grpSpMk id="13" creationId="{345C292F-EBC7-8516-A891-6D907536B224}"/>
          </ac:grpSpMkLst>
        </pc:grpChg>
        <pc:picChg chg="add mod ord">
          <ac:chgData name="Craig Tataryn" userId="dbc9483f-6263-49e7-9e70-8fc098efa8bd" providerId="ADAL" clId="{F1262D32-8ACD-4083-B6D0-805FD0A6CFD9}" dt="2026-09-14T19:01:35.494" v="397" actId="1035"/>
          <ac:picMkLst>
            <pc:docMk/>
            <pc:sldMk cId="2144611448" sldId="291"/>
            <ac:picMk id="5" creationId="{4FDA0D95-E01F-2A5F-BAAF-B08E21D452EB}"/>
          </ac:picMkLst>
        </pc:picChg>
        <pc:picChg chg="add mod ord">
          <ac:chgData name="Craig Tataryn" userId="dbc9483f-6263-49e7-9e70-8fc098efa8bd" providerId="ADAL" clId="{F1262D32-8ACD-4083-B6D0-805FD0A6CFD9}" dt="2026-09-14T19:01:36.302" v="399" actId="1036"/>
          <ac:picMkLst>
            <pc:docMk/>
            <pc:sldMk cId="2144611448" sldId="291"/>
            <ac:picMk id="9" creationId="{8AD793C9-38E5-840A-D118-9EC4D5A41DE3}"/>
          </ac:picMkLst>
        </pc:picChg>
        <pc:picChg chg="add mod">
          <ac:chgData name="Craig Tataryn" userId="dbc9483f-6263-49e7-9e70-8fc098efa8bd" providerId="ADAL" clId="{F1262D32-8ACD-4083-B6D0-805FD0A6CFD9}" dt="2026-09-14T20:48:22.801" v="522" actId="1035"/>
          <ac:picMkLst>
            <pc:docMk/>
            <pc:sldMk cId="2144611448" sldId="291"/>
            <ac:picMk id="14" creationId="{EB89AAB1-11E1-9786-37E2-34BA6813BEF5}"/>
          </ac:picMkLst>
        </pc:picChg>
      </pc:sldChg>
      <pc:sldChg chg="addSp modSp new mod">
        <pc:chgData name="Craig Tataryn" userId="dbc9483f-6263-49e7-9e70-8fc098efa8bd" providerId="ADAL" clId="{F1262D32-8ACD-4083-B6D0-805FD0A6CFD9}" dt="2026-09-21T01:28:23.965" v="2646" actId="22"/>
        <pc:sldMkLst>
          <pc:docMk/>
          <pc:sldMk cId="4226329764" sldId="292"/>
        </pc:sldMkLst>
        <pc:spChg chg="mod">
          <ac:chgData name="Craig Tataryn" userId="dbc9483f-6263-49e7-9e70-8fc098efa8bd" providerId="ADAL" clId="{F1262D32-8ACD-4083-B6D0-805FD0A6CFD9}" dt="2026-09-14T18:48:19.638" v="147"/>
          <ac:spMkLst>
            <pc:docMk/>
            <pc:sldMk cId="4226329764" sldId="292"/>
            <ac:spMk id="2" creationId="{4218EB0B-405D-E31D-DBD3-360EF751D853}"/>
          </ac:spMkLst>
        </pc:spChg>
        <pc:spChg chg="mod">
          <ac:chgData name="Craig Tataryn" userId="dbc9483f-6263-49e7-9e70-8fc098efa8bd" providerId="ADAL" clId="{F1262D32-8ACD-4083-B6D0-805FD0A6CFD9}" dt="2026-09-14T18:48:25.685" v="161" actId="20577"/>
          <ac:spMkLst>
            <pc:docMk/>
            <pc:sldMk cId="4226329764" sldId="292"/>
            <ac:spMk id="3" creationId="{EA2CEC31-9B65-7AC6-14CD-14FB351A7FEE}"/>
          </ac:spMkLst>
        </pc:spChg>
        <pc:picChg chg="add">
          <ac:chgData name="Craig Tataryn" userId="dbc9483f-6263-49e7-9e70-8fc098efa8bd" providerId="ADAL" clId="{F1262D32-8ACD-4083-B6D0-805FD0A6CFD9}" dt="2026-09-21T01:28:23.965" v="2646" actId="22"/>
          <ac:picMkLst>
            <pc:docMk/>
            <pc:sldMk cId="4226329764" sldId="292"/>
            <ac:picMk id="5" creationId="{A311F272-7F8C-C6BE-C156-ED16D6D3DCCF}"/>
          </ac:picMkLst>
        </pc:picChg>
      </pc:sldChg>
      <pc:sldChg chg="addSp delSp modSp new mod modClrScheme modAnim chgLayout">
        <pc:chgData name="Craig Tataryn" userId="dbc9483f-6263-49e7-9e70-8fc098efa8bd" providerId="ADAL" clId="{F1262D32-8ACD-4083-B6D0-805FD0A6CFD9}" dt="2026-09-15T21:04:00.416" v="2554" actId="20577"/>
        <pc:sldMkLst>
          <pc:docMk/>
          <pc:sldMk cId="1070761226" sldId="293"/>
        </pc:sldMkLst>
        <pc:spChg chg="mod ord">
          <ac:chgData name="Craig Tataryn" userId="dbc9483f-6263-49e7-9e70-8fc098efa8bd" providerId="ADAL" clId="{F1262D32-8ACD-4083-B6D0-805FD0A6CFD9}" dt="2026-09-15T00:27:51.697" v="873" actId="700"/>
          <ac:spMkLst>
            <pc:docMk/>
            <pc:sldMk cId="1070761226" sldId="293"/>
            <ac:spMk id="2" creationId="{F2BA725D-02F2-5266-5AFF-6D6D7207DBC6}"/>
          </ac:spMkLst>
        </pc:spChg>
        <pc:spChg chg="mod ord">
          <ac:chgData name="Craig Tataryn" userId="dbc9483f-6263-49e7-9e70-8fc098efa8bd" providerId="ADAL" clId="{F1262D32-8ACD-4083-B6D0-805FD0A6CFD9}" dt="2026-09-15T21:04:00.416" v="2554" actId="20577"/>
          <ac:spMkLst>
            <pc:docMk/>
            <pc:sldMk cId="1070761226" sldId="293"/>
            <ac:spMk id="3" creationId="{B5174A87-0363-9FAE-6E8C-D0A5DFF92103}"/>
          </ac:spMkLst>
        </pc:spChg>
      </pc:sldChg>
      <pc:sldChg chg="addSp modSp new mod modAnim">
        <pc:chgData name="Craig Tataryn" userId="dbc9483f-6263-49e7-9e70-8fc098efa8bd" providerId="ADAL" clId="{F1262D32-8ACD-4083-B6D0-805FD0A6CFD9}" dt="2026-09-15T10:49:23.379" v="2225"/>
        <pc:sldMkLst>
          <pc:docMk/>
          <pc:sldMk cId="431781137" sldId="294"/>
        </pc:sldMkLst>
        <pc:spChg chg="mod">
          <ac:chgData name="Craig Tataryn" userId="dbc9483f-6263-49e7-9e70-8fc098efa8bd" providerId="ADAL" clId="{F1262D32-8ACD-4083-B6D0-805FD0A6CFD9}" dt="2026-09-15T00:57:41.855" v="1098" actId="20577"/>
          <ac:spMkLst>
            <pc:docMk/>
            <pc:sldMk cId="431781137" sldId="294"/>
            <ac:spMk id="2" creationId="{C620696D-86D2-C2D5-0450-C114FB974CA3}"/>
          </ac:spMkLst>
        </pc:spChg>
        <pc:spChg chg="mod">
          <ac:chgData name="Craig Tataryn" userId="dbc9483f-6263-49e7-9e70-8fc098efa8bd" providerId="ADAL" clId="{F1262D32-8ACD-4083-B6D0-805FD0A6CFD9}" dt="2026-09-15T01:05:35.515" v="1395" actId="20577"/>
          <ac:spMkLst>
            <pc:docMk/>
            <pc:sldMk cId="431781137" sldId="294"/>
            <ac:spMk id="3" creationId="{F08FE601-2C81-D435-F015-FA86A5CA6037}"/>
          </ac:spMkLst>
        </pc:spChg>
        <pc:picChg chg="add mod">
          <ac:chgData name="Craig Tataryn" userId="dbc9483f-6263-49e7-9e70-8fc098efa8bd" providerId="ADAL" clId="{F1262D32-8ACD-4083-B6D0-805FD0A6CFD9}" dt="2026-09-15T01:04:52.348" v="1368" actId="1076"/>
          <ac:picMkLst>
            <pc:docMk/>
            <pc:sldMk cId="431781137" sldId="294"/>
            <ac:picMk id="5" creationId="{3DBBEB21-DFD4-9EBC-4F71-506ABD14336D}"/>
          </ac:picMkLst>
        </pc:picChg>
      </pc:sldChg>
      <pc:sldChg chg="modSp new mod modClrScheme chgLayout">
        <pc:chgData name="Craig Tataryn" userId="dbc9483f-6263-49e7-9e70-8fc098efa8bd" providerId="ADAL" clId="{F1262D32-8ACD-4083-B6D0-805FD0A6CFD9}" dt="2026-09-15T02:08:10.615" v="2043" actId="700"/>
        <pc:sldMkLst>
          <pc:docMk/>
          <pc:sldMk cId="3528040955" sldId="295"/>
        </pc:sldMkLst>
        <pc:spChg chg="mod ord">
          <ac:chgData name="Craig Tataryn" userId="dbc9483f-6263-49e7-9e70-8fc098efa8bd" providerId="ADAL" clId="{F1262D32-8ACD-4083-B6D0-805FD0A6CFD9}" dt="2026-09-15T02:08:10.615" v="2043" actId="700"/>
          <ac:spMkLst>
            <pc:docMk/>
            <pc:sldMk cId="3528040955" sldId="295"/>
            <ac:spMk id="2" creationId="{390F607B-62C6-9D37-9F88-77F5A0D04668}"/>
          </ac:spMkLst>
        </pc:spChg>
        <pc:spChg chg="mod ord">
          <ac:chgData name="Craig Tataryn" userId="dbc9483f-6263-49e7-9e70-8fc098efa8bd" providerId="ADAL" clId="{F1262D32-8ACD-4083-B6D0-805FD0A6CFD9}" dt="2026-09-15T02:08:10.615" v="2043" actId="700"/>
          <ac:spMkLst>
            <pc:docMk/>
            <pc:sldMk cId="3528040955" sldId="295"/>
            <ac:spMk id="3" creationId="{9C72D4BE-0AE2-2870-CCF2-503F842E7A73}"/>
          </ac:spMkLst>
        </pc:spChg>
      </pc:sldChg>
      <pc:sldChg chg="addSp delSp modSp new mod modClrScheme chgLayout">
        <pc:chgData name="Craig Tataryn" userId="dbc9483f-6263-49e7-9e70-8fc098efa8bd" providerId="ADAL" clId="{F1262D32-8ACD-4083-B6D0-805FD0A6CFD9}" dt="2026-09-21T01:28:01.462" v="2645" actId="113"/>
        <pc:sldMkLst>
          <pc:docMk/>
          <pc:sldMk cId="2475786603" sldId="296"/>
        </pc:sldMkLst>
        <pc:spChg chg="mod">
          <ac:chgData name="Craig Tataryn" userId="dbc9483f-6263-49e7-9e70-8fc098efa8bd" providerId="ADAL" clId="{F1262D32-8ACD-4083-B6D0-805FD0A6CFD9}" dt="2026-09-15T02:09:48.175" v="2081" actId="26606"/>
          <ac:spMkLst>
            <pc:docMk/>
            <pc:sldMk cId="2475786603" sldId="296"/>
            <ac:spMk id="2" creationId="{764C68B5-B6FB-7E6F-00F2-5E7BEFA0683C}"/>
          </ac:spMkLst>
        </pc:spChg>
        <pc:graphicFrameChg chg="add mod modGraphic">
          <ac:chgData name="Craig Tataryn" userId="dbc9483f-6263-49e7-9e70-8fc098efa8bd" providerId="ADAL" clId="{F1262D32-8ACD-4083-B6D0-805FD0A6CFD9}" dt="2026-09-21T01:28:01.462" v="2645" actId="113"/>
          <ac:graphicFrameMkLst>
            <pc:docMk/>
            <pc:sldMk cId="2475786603" sldId="296"/>
            <ac:graphicFrameMk id="5" creationId="{C6351176-8A9F-BE0E-9CC8-4060C54FF280}"/>
          </ac:graphicFrameMkLst>
        </pc:graphicFrameChg>
      </pc:sldChg>
      <pc:sldChg chg="addSp delSp modSp new del mod">
        <pc:chgData name="Craig Tataryn" userId="dbc9483f-6263-49e7-9e70-8fc098efa8bd" providerId="ADAL" clId="{F1262D32-8ACD-4083-B6D0-805FD0A6CFD9}" dt="2026-09-21T01:28:30.042" v="2647" actId="2696"/>
        <pc:sldMkLst>
          <pc:docMk/>
          <pc:sldMk cId="360964685" sldId="297"/>
        </pc:sldMkLst>
      </pc:sldChg>
      <pc:sldChg chg="addSp delSp modSp new mod modClrScheme chgLayout modNotesTx">
        <pc:chgData name="Craig Tataryn" userId="dbc9483f-6263-49e7-9e70-8fc098efa8bd" providerId="ADAL" clId="{F1262D32-8ACD-4083-B6D0-805FD0A6CFD9}" dt="2026-09-15T10:53:30.695" v="2364" actId="20577"/>
        <pc:sldMkLst>
          <pc:docMk/>
          <pc:sldMk cId="1555036249" sldId="298"/>
        </pc:sldMkLst>
        <pc:spChg chg="add mod ord">
          <ac:chgData name="Craig Tataryn" userId="dbc9483f-6263-49e7-9e70-8fc098efa8bd" providerId="ADAL" clId="{F1262D32-8ACD-4083-B6D0-805FD0A6CFD9}" dt="2026-09-15T10:50:56.084" v="2245" actId="20577"/>
          <ac:spMkLst>
            <pc:docMk/>
            <pc:sldMk cId="1555036249" sldId="298"/>
            <ac:spMk id="3" creationId="{2C8D5E11-3DBE-4B7B-AAC1-3FDD7B513944}"/>
          </ac:spMkLst>
        </pc:spChg>
        <pc:spChg chg="add mod ord">
          <ac:chgData name="Craig Tataryn" userId="dbc9483f-6263-49e7-9e70-8fc098efa8bd" providerId="ADAL" clId="{F1262D32-8ACD-4083-B6D0-805FD0A6CFD9}" dt="2026-09-15T10:51:06.798" v="2263" actId="20577"/>
          <ac:spMkLst>
            <pc:docMk/>
            <pc:sldMk cId="1555036249" sldId="298"/>
            <ac:spMk id="4" creationId="{B0C39A6A-847C-5857-1018-0A6E48FEFC6F}"/>
          </ac:spMkLst>
        </pc:spChg>
        <pc:picChg chg="add mod">
          <ac:chgData name="Craig Tataryn" userId="dbc9483f-6263-49e7-9e70-8fc098efa8bd" providerId="ADAL" clId="{F1262D32-8ACD-4083-B6D0-805FD0A6CFD9}" dt="2026-09-15T10:52:38.661" v="2266" actId="1076"/>
          <ac:picMkLst>
            <pc:docMk/>
            <pc:sldMk cId="1555036249" sldId="298"/>
            <ac:picMk id="6" creationId="{7F4225C5-6B78-38C4-2BE4-0BF308CC7872}"/>
          </ac:picMkLst>
        </pc:picChg>
      </pc:sldChg>
      <pc:sldChg chg="addSp delSp modSp new mod">
        <pc:chgData name="Craig Tataryn" userId="dbc9483f-6263-49e7-9e70-8fc098efa8bd" providerId="ADAL" clId="{F1262D32-8ACD-4083-B6D0-805FD0A6CFD9}" dt="2026-09-15T11:04:39.939" v="2510" actId="931"/>
        <pc:sldMkLst>
          <pc:docMk/>
          <pc:sldMk cId="2154239165" sldId="299"/>
        </pc:sldMkLst>
        <pc:spChg chg="mod">
          <ac:chgData name="Craig Tataryn" userId="dbc9483f-6263-49e7-9e70-8fc098efa8bd" providerId="ADAL" clId="{F1262D32-8ACD-4083-B6D0-805FD0A6CFD9}" dt="2026-09-15T11:03:58.558" v="2509" actId="20577"/>
          <ac:spMkLst>
            <pc:docMk/>
            <pc:sldMk cId="2154239165" sldId="299"/>
            <ac:spMk id="2" creationId="{A6B004D6-63A9-86F4-C8D5-AB5D881AB43D}"/>
          </ac:spMkLst>
        </pc:spChg>
        <pc:picChg chg="add mod ord">
          <ac:chgData name="Craig Tataryn" userId="dbc9483f-6263-49e7-9e70-8fc098efa8bd" providerId="ADAL" clId="{F1262D32-8ACD-4083-B6D0-805FD0A6CFD9}" dt="2026-09-15T11:04:39.939" v="2510" actId="931"/>
          <ac:picMkLst>
            <pc:docMk/>
            <pc:sldMk cId="2154239165" sldId="299"/>
            <ac:picMk id="5" creationId="{95175E24-50B6-FA88-7EFD-EAA81A2F1B00}"/>
          </ac:picMkLst>
        </pc:picChg>
      </pc:sldChg>
      <pc:sldChg chg="addSp delSp modSp new mod modAnim">
        <pc:chgData name="Craig Tataryn" userId="dbc9483f-6263-49e7-9e70-8fc098efa8bd" providerId="ADAL" clId="{F1262D32-8ACD-4083-B6D0-805FD0A6CFD9}" dt="2026-09-21T01:14:01.882" v="2616"/>
        <pc:sldMkLst>
          <pc:docMk/>
          <pc:sldMk cId="3799907529" sldId="300"/>
        </pc:sldMkLst>
        <pc:spChg chg="mod">
          <ac:chgData name="Craig Tataryn" userId="dbc9483f-6263-49e7-9e70-8fc098efa8bd" providerId="ADAL" clId="{F1262D32-8ACD-4083-B6D0-805FD0A6CFD9}" dt="2026-09-21T01:13:46.786" v="2615" actId="20577"/>
          <ac:spMkLst>
            <pc:docMk/>
            <pc:sldMk cId="3799907529" sldId="300"/>
            <ac:spMk id="2" creationId="{5CFEA67F-9C12-9553-C4EC-1D644E28D77C}"/>
          </ac:spMkLst>
        </pc:spChg>
        <pc:spChg chg="del">
          <ac:chgData name="Craig Tataryn" userId="dbc9483f-6263-49e7-9e70-8fc098efa8bd" providerId="ADAL" clId="{F1262D32-8ACD-4083-B6D0-805FD0A6CFD9}" dt="2026-09-21T01:12:58.309" v="2593" actId="931"/>
          <ac:spMkLst>
            <pc:docMk/>
            <pc:sldMk cId="3799907529" sldId="300"/>
            <ac:spMk id="3" creationId="{CBDB3802-2749-20CC-93C1-3CB3B8F04843}"/>
          </ac:spMkLst>
        </pc:spChg>
        <pc:spChg chg="del">
          <ac:chgData name="Craig Tataryn" userId="dbc9483f-6263-49e7-9e70-8fc098efa8bd" providerId="ADAL" clId="{F1262D32-8ACD-4083-B6D0-805FD0A6CFD9}" dt="2026-09-21T01:13:08.417" v="2594" actId="931"/>
          <ac:spMkLst>
            <pc:docMk/>
            <pc:sldMk cId="3799907529" sldId="300"/>
            <ac:spMk id="4" creationId="{2B533B4C-BD42-50FB-0B73-8CA30561CB72}"/>
          </ac:spMkLst>
        </pc:spChg>
        <pc:picChg chg="add mod ord">
          <ac:chgData name="Craig Tataryn" userId="dbc9483f-6263-49e7-9e70-8fc098efa8bd" providerId="ADAL" clId="{F1262D32-8ACD-4083-B6D0-805FD0A6CFD9}" dt="2026-09-21T01:13:27.230" v="2595" actId="14100"/>
          <ac:picMkLst>
            <pc:docMk/>
            <pc:sldMk cId="3799907529" sldId="300"/>
            <ac:picMk id="6" creationId="{26821B6B-F78D-CFA8-D20A-95489AF66000}"/>
          </ac:picMkLst>
        </pc:picChg>
        <pc:picChg chg="add mod ord">
          <ac:chgData name="Craig Tataryn" userId="dbc9483f-6263-49e7-9e70-8fc098efa8bd" providerId="ADAL" clId="{F1262D32-8ACD-4083-B6D0-805FD0A6CFD9}" dt="2026-09-21T01:13:31.365" v="2596" actId="14100"/>
          <ac:picMkLst>
            <pc:docMk/>
            <pc:sldMk cId="3799907529" sldId="300"/>
            <ac:picMk id="8" creationId="{9E41A5F5-9187-8DBE-1A88-979BE0E1656D}"/>
          </ac:picMkLst>
        </pc:picChg>
      </pc:sldChg>
      <pc:sldChg chg="addSp delSp modSp new mod">
        <pc:chgData name="Craig Tataryn" userId="dbc9483f-6263-49e7-9e70-8fc098efa8bd" providerId="ADAL" clId="{F1262D32-8ACD-4083-B6D0-805FD0A6CFD9}" dt="2026-09-22T11:45:27.307" v="2899" actId="113"/>
        <pc:sldMkLst>
          <pc:docMk/>
          <pc:sldMk cId="1347098930" sldId="301"/>
        </pc:sldMkLst>
        <pc:spChg chg="mod">
          <ac:chgData name="Craig Tataryn" userId="dbc9483f-6263-49e7-9e70-8fc098efa8bd" providerId="ADAL" clId="{F1262D32-8ACD-4083-B6D0-805FD0A6CFD9}" dt="2026-09-22T11:41:09.645" v="2795" actId="20577"/>
          <ac:spMkLst>
            <pc:docMk/>
            <pc:sldMk cId="1347098930" sldId="301"/>
            <ac:spMk id="2" creationId="{E29CFD03-44BD-B559-763A-D93C398EAE51}"/>
          </ac:spMkLst>
        </pc:spChg>
        <pc:spChg chg="del">
          <ac:chgData name="Craig Tataryn" userId="dbc9483f-6263-49e7-9e70-8fc098efa8bd" providerId="ADAL" clId="{F1262D32-8ACD-4083-B6D0-805FD0A6CFD9}" dt="2026-09-22T11:38:40.512" v="2649" actId="3680"/>
          <ac:spMkLst>
            <pc:docMk/>
            <pc:sldMk cId="1347098930" sldId="301"/>
            <ac:spMk id="3" creationId="{A4FF672A-7A9E-E0DA-BBF0-58D911681AB6}"/>
          </ac:spMkLst>
        </pc:spChg>
        <pc:graphicFrameChg chg="add mod ord modGraphic">
          <ac:chgData name="Craig Tataryn" userId="dbc9483f-6263-49e7-9e70-8fc098efa8bd" providerId="ADAL" clId="{F1262D32-8ACD-4083-B6D0-805FD0A6CFD9}" dt="2026-09-22T11:45:27.307" v="2899" actId="113"/>
          <ac:graphicFrameMkLst>
            <pc:docMk/>
            <pc:sldMk cId="1347098930" sldId="301"/>
            <ac:graphicFrameMk id="4" creationId="{F87E3DFF-6CAB-19EC-789A-D8A06EA524B2}"/>
          </ac:graphicFrameMkLst>
        </pc:graphicFrameChg>
      </pc:sldChg>
    </pc:docChg>
  </pc:docChgLst>
</pc:chgInfo>
</file>

<file path=ppt/diagrams/_rels/data27.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image" Target="../media/image24.svg"/></Relationships>
</file>

<file path=ppt/diagrams/_rels/drawing27.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image" Target="../media/image24.svg"/></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0NoLn">
    <dgm:fillClrLst meth="repeat">
      <a:schemeClr val="accent6"/>
    </dgm:fillClrLst>
    <dgm:linClrLst meth="repeat">
      <a:schemeClr val="lt1">
        <a:alpha val="0"/>
      </a:schemeClr>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node1NoLn">
    <dgm:fillClrLst meth="repeat">
      <a:schemeClr val="accent6"/>
    </dgm:fillClrLst>
    <dgm:linClrLst meth="repeat">
      <a:schemeClr val="lt1">
        <a:alpha val="0"/>
      </a:schemeClr>
    </dgm:linClrLst>
    <dgm:effectClrLst/>
    <dgm:txLinClrLst/>
    <dgm:txFillClrLst/>
    <dgm:txEffectClrLst/>
  </dgm:styleLbl>
  <dgm:styleLbl name="ltNode1NoLn">
    <dgm:fillClrLst meth="repeat">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2NoLn">
    <dgm:fillClrLst meth="repeat">
      <a:schemeClr val="accent6"/>
    </dgm:fillClrLst>
    <dgm:linClrLst meth="repeat">
      <a:schemeClr val="lt1">
        <a:alpha val="0"/>
      </a:schemeClr>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3NoLn">
    <dgm:fillClrLst meth="repeat">
      <a:schemeClr val="accent6"/>
    </dgm:fillClrLst>
    <dgm:linClrLst meth="repeat">
      <a:schemeClr val="lt1">
        <a:alpha val="0"/>
      </a:schemeClr>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node4NoLn">
    <dgm:fillClrLst meth="repeat">
      <a:schemeClr val="accent6"/>
    </dgm:fillClrLst>
    <dgm:linClrLst meth="repeat">
      <a:schemeClr val="lt1">
        <a:alpha val="0"/>
      </a:schemeClr>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0NoLn">
    <dgm:fillClrLst meth="repeat">
      <a:schemeClr val="accent6"/>
    </dgm:fillClrLst>
    <dgm:linClrLst meth="repeat">
      <a:schemeClr val="lt1">
        <a:alpha val="0"/>
      </a:schemeClr>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node1NoLn">
    <dgm:fillClrLst meth="repeat">
      <a:schemeClr val="accent6"/>
    </dgm:fillClrLst>
    <dgm:linClrLst meth="repeat">
      <a:schemeClr val="lt1">
        <a:alpha val="0"/>
      </a:schemeClr>
    </dgm:linClrLst>
    <dgm:effectClrLst/>
    <dgm:txLinClrLst/>
    <dgm:txFillClrLst/>
    <dgm:txEffectClrLst/>
  </dgm:styleLbl>
  <dgm:styleLbl name="ltNode1NoLn">
    <dgm:fillClrLst meth="repeat">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2NoLn">
    <dgm:fillClrLst meth="repeat">
      <a:schemeClr val="accent6"/>
    </dgm:fillClrLst>
    <dgm:linClrLst meth="repeat">
      <a:schemeClr val="lt1">
        <a:alpha val="0"/>
      </a:schemeClr>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3NoLn">
    <dgm:fillClrLst meth="repeat">
      <a:schemeClr val="accent6"/>
    </dgm:fillClrLst>
    <dgm:linClrLst meth="repeat">
      <a:schemeClr val="lt1">
        <a:alpha val="0"/>
      </a:schemeClr>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node4NoLn">
    <dgm:fillClrLst meth="repeat">
      <a:schemeClr val="accent6"/>
    </dgm:fillClrLst>
    <dgm:linClrLst meth="repeat">
      <a:schemeClr val="lt1">
        <a:alpha val="0"/>
      </a:schemeClr>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0NoLn">
    <dgm:fillClrLst meth="repeat">
      <a:schemeClr val="accent6"/>
    </dgm:fillClrLst>
    <dgm:linClrLst meth="repeat">
      <a:schemeClr val="lt1">
        <a:alpha val="0"/>
      </a:schemeClr>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node1NoLn">
    <dgm:fillClrLst meth="repeat">
      <a:schemeClr val="accent6"/>
    </dgm:fillClrLst>
    <dgm:linClrLst meth="repeat">
      <a:schemeClr val="lt1">
        <a:alpha val="0"/>
      </a:schemeClr>
    </dgm:linClrLst>
    <dgm:effectClrLst/>
    <dgm:txLinClrLst/>
    <dgm:txFillClrLst/>
    <dgm:txEffectClrLst/>
  </dgm:styleLbl>
  <dgm:styleLbl name="ltNode1NoLn">
    <dgm:fillClrLst meth="repeat">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2NoLn">
    <dgm:fillClrLst meth="repeat">
      <a:schemeClr val="accent6"/>
    </dgm:fillClrLst>
    <dgm:linClrLst meth="repeat">
      <a:schemeClr val="lt1">
        <a:alpha val="0"/>
      </a:schemeClr>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3NoLn">
    <dgm:fillClrLst meth="repeat">
      <a:schemeClr val="accent6"/>
    </dgm:fillClrLst>
    <dgm:linClrLst meth="repeat">
      <a:schemeClr val="lt1">
        <a:alpha val="0"/>
      </a:schemeClr>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node4NoLn">
    <dgm:fillClrLst meth="repeat">
      <a:schemeClr val="accent6"/>
    </dgm:fillClrLst>
    <dgm:linClrLst meth="repeat">
      <a:schemeClr val="lt1">
        <a:alpha val="0"/>
      </a:schemeClr>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0NoLn">
    <dgm:fillClrLst meth="repeat">
      <a:schemeClr val="accent6"/>
    </dgm:fillClrLst>
    <dgm:linClrLst meth="repeat">
      <a:schemeClr val="lt1">
        <a:alpha val="0"/>
      </a:schemeClr>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node1NoLn">
    <dgm:fillClrLst meth="repeat">
      <a:schemeClr val="accent6"/>
    </dgm:fillClrLst>
    <dgm:linClrLst meth="repeat">
      <a:schemeClr val="lt1">
        <a:alpha val="0"/>
      </a:schemeClr>
    </dgm:linClrLst>
    <dgm:effectClrLst/>
    <dgm:txLinClrLst/>
    <dgm:txFillClrLst/>
    <dgm:txEffectClrLst/>
  </dgm:styleLbl>
  <dgm:styleLbl name="ltNode1NoLn">
    <dgm:fillClrLst meth="repeat">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2NoLn">
    <dgm:fillClrLst meth="repeat">
      <a:schemeClr val="accent6"/>
    </dgm:fillClrLst>
    <dgm:linClrLst meth="repeat">
      <a:schemeClr val="lt1">
        <a:alpha val="0"/>
      </a:schemeClr>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3NoLn">
    <dgm:fillClrLst meth="repeat">
      <a:schemeClr val="accent6"/>
    </dgm:fillClrLst>
    <dgm:linClrLst meth="repeat">
      <a:schemeClr val="lt1">
        <a:alpha val="0"/>
      </a:schemeClr>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node4NoLn">
    <dgm:fillClrLst meth="repeat">
      <a:schemeClr val="accent6"/>
    </dgm:fillClrLst>
    <dgm:linClrLst meth="repeat">
      <a:schemeClr val="lt1">
        <a:alpha val="0"/>
      </a:schemeClr>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0NoLn">
    <dgm:fillClrLst meth="repeat">
      <a:schemeClr val="accent6"/>
    </dgm:fillClrLst>
    <dgm:linClrLst meth="repeat">
      <a:schemeClr val="lt1">
        <a:alpha val="0"/>
      </a:schemeClr>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node1NoLn">
    <dgm:fillClrLst meth="repeat">
      <a:schemeClr val="accent6"/>
    </dgm:fillClrLst>
    <dgm:linClrLst meth="repeat">
      <a:schemeClr val="lt1">
        <a:alpha val="0"/>
      </a:schemeClr>
    </dgm:linClrLst>
    <dgm:effectClrLst/>
    <dgm:txLinClrLst/>
    <dgm:txFillClrLst/>
    <dgm:txEffectClrLst/>
  </dgm:styleLbl>
  <dgm:styleLbl name="ltNode1NoLn">
    <dgm:fillClrLst meth="repeat">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2NoLn">
    <dgm:fillClrLst meth="repeat">
      <a:schemeClr val="accent6"/>
    </dgm:fillClrLst>
    <dgm:linClrLst meth="repeat">
      <a:schemeClr val="lt1">
        <a:alpha val="0"/>
      </a:schemeClr>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3NoLn">
    <dgm:fillClrLst meth="repeat">
      <a:schemeClr val="accent6"/>
    </dgm:fillClrLst>
    <dgm:linClrLst meth="repeat">
      <a:schemeClr val="lt1">
        <a:alpha val="0"/>
      </a:schemeClr>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node4NoLn">
    <dgm:fillClrLst meth="repeat">
      <a:schemeClr val="accent6"/>
    </dgm:fillClrLst>
    <dgm:linClrLst meth="repeat">
      <a:schemeClr val="lt1">
        <a:alpha val="0"/>
      </a:schemeClr>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0NoLn">
    <dgm:fillClrLst meth="repeat">
      <a:schemeClr val="accent6"/>
    </dgm:fillClrLst>
    <dgm:linClrLst meth="repeat">
      <a:schemeClr val="lt1">
        <a:alpha val="0"/>
      </a:schemeClr>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node1NoLn">
    <dgm:fillClrLst meth="repeat">
      <a:schemeClr val="accent6"/>
    </dgm:fillClrLst>
    <dgm:linClrLst meth="repeat">
      <a:schemeClr val="lt1">
        <a:alpha val="0"/>
      </a:schemeClr>
    </dgm:linClrLst>
    <dgm:effectClrLst/>
    <dgm:txLinClrLst/>
    <dgm:txFillClrLst/>
    <dgm:txEffectClrLst/>
  </dgm:styleLbl>
  <dgm:styleLbl name="ltNode1NoLn">
    <dgm:fillClrLst meth="repeat">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2NoLn">
    <dgm:fillClrLst meth="repeat">
      <a:schemeClr val="accent6"/>
    </dgm:fillClrLst>
    <dgm:linClrLst meth="repeat">
      <a:schemeClr val="lt1">
        <a:alpha val="0"/>
      </a:schemeClr>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3NoLn">
    <dgm:fillClrLst meth="repeat">
      <a:schemeClr val="accent6"/>
    </dgm:fillClrLst>
    <dgm:linClrLst meth="repeat">
      <a:schemeClr val="lt1">
        <a:alpha val="0"/>
      </a:schemeClr>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node4NoLn">
    <dgm:fillClrLst meth="repeat">
      <a:schemeClr val="accent6"/>
    </dgm:fillClrLst>
    <dgm:linClrLst meth="repeat">
      <a:schemeClr val="lt1">
        <a:alpha val="0"/>
      </a:schemeClr>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0NoLn">
    <dgm:fillClrLst meth="repeat">
      <a:schemeClr val="accent6"/>
    </dgm:fillClrLst>
    <dgm:linClrLst meth="repeat">
      <a:schemeClr val="lt1">
        <a:alpha val="0"/>
      </a:schemeClr>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node1NoLn">
    <dgm:fillClrLst meth="repeat">
      <a:schemeClr val="accent6"/>
    </dgm:fillClrLst>
    <dgm:linClrLst meth="repeat">
      <a:schemeClr val="lt1">
        <a:alpha val="0"/>
      </a:schemeClr>
    </dgm:linClrLst>
    <dgm:effectClrLst/>
    <dgm:txLinClrLst/>
    <dgm:txFillClrLst/>
    <dgm:txEffectClrLst/>
  </dgm:styleLbl>
  <dgm:styleLbl name="ltNode1NoLn">
    <dgm:fillClrLst meth="repeat">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2NoLn">
    <dgm:fillClrLst meth="repeat">
      <a:schemeClr val="accent6"/>
    </dgm:fillClrLst>
    <dgm:linClrLst meth="repeat">
      <a:schemeClr val="lt1">
        <a:alpha val="0"/>
      </a:schemeClr>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3NoLn">
    <dgm:fillClrLst meth="repeat">
      <a:schemeClr val="accent6"/>
    </dgm:fillClrLst>
    <dgm:linClrLst meth="repeat">
      <a:schemeClr val="lt1">
        <a:alpha val="0"/>
      </a:schemeClr>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node4NoLn">
    <dgm:fillClrLst meth="repeat">
      <a:schemeClr val="accent6"/>
    </dgm:fillClrLst>
    <dgm:linClrLst meth="repeat">
      <a:schemeClr val="lt1">
        <a:alpha val="0"/>
      </a:schemeClr>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0NoLn">
    <dgm:fillClrLst meth="repeat">
      <a:schemeClr val="accent6"/>
    </dgm:fillClrLst>
    <dgm:linClrLst meth="repeat">
      <a:schemeClr val="lt1">
        <a:alpha val="0"/>
      </a:schemeClr>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node1NoLn">
    <dgm:fillClrLst meth="repeat">
      <a:schemeClr val="accent6"/>
    </dgm:fillClrLst>
    <dgm:linClrLst meth="repeat">
      <a:schemeClr val="lt1">
        <a:alpha val="0"/>
      </a:schemeClr>
    </dgm:linClrLst>
    <dgm:effectClrLst/>
    <dgm:txLinClrLst/>
    <dgm:txFillClrLst/>
    <dgm:txEffectClrLst/>
  </dgm:styleLbl>
  <dgm:styleLbl name="ltNode1NoLn">
    <dgm:fillClrLst meth="repeat">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2NoLn">
    <dgm:fillClrLst meth="repeat">
      <a:schemeClr val="accent6"/>
    </dgm:fillClrLst>
    <dgm:linClrLst meth="repeat">
      <a:schemeClr val="lt1">
        <a:alpha val="0"/>
      </a:schemeClr>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3NoLn">
    <dgm:fillClrLst meth="repeat">
      <a:schemeClr val="accent6"/>
    </dgm:fillClrLst>
    <dgm:linClrLst meth="repeat">
      <a:schemeClr val="lt1">
        <a:alpha val="0"/>
      </a:schemeClr>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node4NoLn">
    <dgm:fillClrLst meth="repeat">
      <a:schemeClr val="accent6"/>
    </dgm:fillClrLst>
    <dgm:linClrLst meth="repeat">
      <a:schemeClr val="lt1">
        <a:alpha val="0"/>
      </a:schemeClr>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0NoLn">
    <dgm:fillClrLst meth="repeat">
      <a:schemeClr val="accent6"/>
    </dgm:fillClrLst>
    <dgm:linClrLst meth="repeat">
      <a:schemeClr val="lt1">
        <a:alpha val="0"/>
      </a:schemeClr>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node1NoLn">
    <dgm:fillClrLst meth="repeat">
      <a:schemeClr val="accent6"/>
    </dgm:fillClrLst>
    <dgm:linClrLst meth="repeat">
      <a:schemeClr val="lt1">
        <a:alpha val="0"/>
      </a:schemeClr>
    </dgm:linClrLst>
    <dgm:effectClrLst/>
    <dgm:txLinClrLst/>
    <dgm:txFillClrLst/>
    <dgm:txEffectClrLst/>
  </dgm:styleLbl>
  <dgm:styleLbl name="ltNode1NoLn">
    <dgm:fillClrLst meth="repeat">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2NoLn">
    <dgm:fillClrLst meth="repeat">
      <a:schemeClr val="accent6"/>
    </dgm:fillClrLst>
    <dgm:linClrLst meth="repeat">
      <a:schemeClr val="lt1">
        <a:alpha val="0"/>
      </a:schemeClr>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3NoLn">
    <dgm:fillClrLst meth="repeat">
      <a:schemeClr val="accent6"/>
    </dgm:fillClrLst>
    <dgm:linClrLst meth="repeat">
      <a:schemeClr val="lt1">
        <a:alpha val="0"/>
      </a:schemeClr>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node4NoLn">
    <dgm:fillClrLst meth="repeat">
      <a:schemeClr val="accent6"/>
    </dgm:fillClrLst>
    <dgm:linClrLst meth="repeat">
      <a:schemeClr val="lt1">
        <a:alpha val="0"/>
      </a:schemeClr>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0NoLn">
    <dgm:fillClrLst meth="repeat">
      <a:schemeClr val="accent6"/>
    </dgm:fillClrLst>
    <dgm:linClrLst meth="repeat">
      <a:schemeClr val="lt1">
        <a:alpha val="0"/>
      </a:schemeClr>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node1NoLn">
    <dgm:fillClrLst meth="repeat">
      <a:schemeClr val="accent6"/>
    </dgm:fillClrLst>
    <dgm:linClrLst meth="repeat">
      <a:schemeClr val="lt1">
        <a:alpha val="0"/>
      </a:schemeClr>
    </dgm:linClrLst>
    <dgm:effectClrLst/>
    <dgm:txLinClrLst/>
    <dgm:txFillClrLst/>
    <dgm:txEffectClrLst/>
  </dgm:styleLbl>
  <dgm:styleLbl name="ltNode1NoLn">
    <dgm:fillClrLst meth="repeat">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2NoLn">
    <dgm:fillClrLst meth="repeat">
      <a:schemeClr val="accent6"/>
    </dgm:fillClrLst>
    <dgm:linClrLst meth="repeat">
      <a:schemeClr val="lt1">
        <a:alpha val="0"/>
      </a:schemeClr>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3NoLn">
    <dgm:fillClrLst meth="repeat">
      <a:schemeClr val="accent6"/>
    </dgm:fillClrLst>
    <dgm:linClrLst meth="repeat">
      <a:schemeClr val="lt1">
        <a:alpha val="0"/>
      </a:schemeClr>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node4NoLn">
    <dgm:fillClrLst meth="repeat">
      <a:schemeClr val="accent6"/>
    </dgm:fillClrLst>
    <dgm:linClrLst meth="repeat">
      <a:schemeClr val="lt1">
        <a:alpha val="0"/>
      </a:schemeClr>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0NoLn">
    <dgm:fillClrLst meth="repeat">
      <a:schemeClr val="accent6"/>
    </dgm:fillClrLst>
    <dgm:linClrLst meth="repeat">
      <a:schemeClr val="lt1">
        <a:alpha val="0"/>
      </a:schemeClr>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node1NoLn">
    <dgm:fillClrLst meth="repeat">
      <a:schemeClr val="accent6"/>
    </dgm:fillClrLst>
    <dgm:linClrLst meth="repeat">
      <a:schemeClr val="lt1">
        <a:alpha val="0"/>
      </a:schemeClr>
    </dgm:linClrLst>
    <dgm:effectClrLst/>
    <dgm:txLinClrLst/>
    <dgm:txFillClrLst/>
    <dgm:txEffectClrLst/>
  </dgm:styleLbl>
  <dgm:styleLbl name="ltNode1NoLn">
    <dgm:fillClrLst meth="repeat">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2NoLn">
    <dgm:fillClrLst meth="repeat">
      <a:schemeClr val="accent6"/>
    </dgm:fillClrLst>
    <dgm:linClrLst meth="repeat">
      <a:schemeClr val="lt1">
        <a:alpha val="0"/>
      </a:schemeClr>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3NoLn">
    <dgm:fillClrLst meth="repeat">
      <a:schemeClr val="accent6"/>
    </dgm:fillClrLst>
    <dgm:linClrLst meth="repeat">
      <a:schemeClr val="lt1">
        <a:alpha val="0"/>
      </a:schemeClr>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node4NoLn">
    <dgm:fillClrLst meth="repeat">
      <a:schemeClr val="accent6"/>
    </dgm:fillClrLst>
    <dgm:linClrLst meth="repeat">
      <a:schemeClr val="lt1">
        <a:alpha val="0"/>
      </a:schemeClr>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0NoLn">
    <dgm:fillClrLst meth="repeat">
      <a:schemeClr val="accent6"/>
    </dgm:fillClrLst>
    <dgm:linClrLst meth="repeat">
      <a:schemeClr val="lt1">
        <a:alpha val="0"/>
      </a:schemeClr>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node1NoLn">
    <dgm:fillClrLst meth="repeat">
      <a:schemeClr val="accent6"/>
    </dgm:fillClrLst>
    <dgm:linClrLst meth="repeat">
      <a:schemeClr val="lt1">
        <a:alpha val="0"/>
      </a:schemeClr>
    </dgm:linClrLst>
    <dgm:effectClrLst/>
    <dgm:txLinClrLst/>
    <dgm:txFillClrLst/>
    <dgm:txEffectClrLst/>
  </dgm:styleLbl>
  <dgm:styleLbl name="ltNode1NoLn">
    <dgm:fillClrLst meth="repeat">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2NoLn">
    <dgm:fillClrLst meth="repeat">
      <a:schemeClr val="accent6"/>
    </dgm:fillClrLst>
    <dgm:linClrLst meth="repeat">
      <a:schemeClr val="lt1">
        <a:alpha val="0"/>
      </a:schemeClr>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3NoLn">
    <dgm:fillClrLst meth="repeat">
      <a:schemeClr val="accent6"/>
    </dgm:fillClrLst>
    <dgm:linClrLst meth="repeat">
      <a:schemeClr val="lt1">
        <a:alpha val="0"/>
      </a:schemeClr>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node4NoLn">
    <dgm:fillClrLst meth="repeat">
      <a:schemeClr val="accent6"/>
    </dgm:fillClrLst>
    <dgm:linClrLst meth="repeat">
      <a:schemeClr val="lt1">
        <a:alpha val="0"/>
      </a:schemeClr>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0NoLn">
    <dgm:fillClrLst meth="repeat">
      <a:schemeClr val="accent6"/>
    </dgm:fillClrLst>
    <dgm:linClrLst meth="repeat">
      <a:schemeClr val="lt1">
        <a:alpha val="0"/>
      </a:schemeClr>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node1NoLn">
    <dgm:fillClrLst meth="repeat">
      <a:schemeClr val="accent6"/>
    </dgm:fillClrLst>
    <dgm:linClrLst meth="repeat">
      <a:schemeClr val="lt1">
        <a:alpha val="0"/>
      </a:schemeClr>
    </dgm:linClrLst>
    <dgm:effectClrLst/>
    <dgm:txLinClrLst/>
    <dgm:txFillClrLst/>
    <dgm:txEffectClrLst/>
  </dgm:styleLbl>
  <dgm:styleLbl name="ltNode1NoLn">
    <dgm:fillClrLst meth="repeat">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2NoLn">
    <dgm:fillClrLst meth="repeat">
      <a:schemeClr val="accent6"/>
    </dgm:fillClrLst>
    <dgm:linClrLst meth="repeat">
      <a:schemeClr val="lt1">
        <a:alpha val="0"/>
      </a:schemeClr>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3NoLn">
    <dgm:fillClrLst meth="repeat">
      <a:schemeClr val="accent6"/>
    </dgm:fillClrLst>
    <dgm:linClrLst meth="repeat">
      <a:schemeClr val="lt1">
        <a:alpha val="0"/>
      </a:schemeClr>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node4NoLn">
    <dgm:fillClrLst meth="repeat">
      <a:schemeClr val="accent6"/>
    </dgm:fillClrLst>
    <dgm:linClrLst meth="repeat">
      <a:schemeClr val="lt1">
        <a:alpha val="0"/>
      </a:schemeClr>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0NoLn">
    <dgm:fillClrLst meth="repeat">
      <a:schemeClr val="accent6"/>
    </dgm:fillClrLst>
    <dgm:linClrLst meth="repeat">
      <a:schemeClr val="lt1">
        <a:alpha val="0"/>
      </a:schemeClr>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node1NoLn">
    <dgm:fillClrLst meth="repeat">
      <a:schemeClr val="accent6"/>
    </dgm:fillClrLst>
    <dgm:linClrLst meth="repeat">
      <a:schemeClr val="lt1">
        <a:alpha val="0"/>
      </a:schemeClr>
    </dgm:linClrLst>
    <dgm:effectClrLst/>
    <dgm:txLinClrLst/>
    <dgm:txFillClrLst/>
    <dgm:txEffectClrLst/>
  </dgm:styleLbl>
  <dgm:styleLbl name="ltNode1NoLn">
    <dgm:fillClrLst meth="repeat">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2NoLn">
    <dgm:fillClrLst meth="repeat">
      <a:schemeClr val="accent6"/>
    </dgm:fillClrLst>
    <dgm:linClrLst meth="repeat">
      <a:schemeClr val="lt1">
        <a:alpha val="0"/>
      </a:schemeClr>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3NoLn">
    <dgm:fillClrLst meth="repeat">
      <a:schemeClr val="accent6"/>
    </dgm:fillClrLst>
    <dgm:linClrLst meth="repeat">
      <a:schemeClr val="lt1">
        <a:alpha val="0"/>
      </a:schemeClr>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node4NoLn">
    <dgm:fillClrLst meth="repeat">
      <a:schemeClr val="accent6"/>
    </dgm:fillClrLst>
    <dgm:linClrLst meth="repeat">
      <a:schemeClr val="lt1">
        <a:alpha val="0"/>
      </a:schemeClr>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0NoLn">
    <dgm:fillClrLst meth="repeat">
      <a:schemeClr val="accent6"/>
    </dgm:fillClrLst>
    <dgm:linClrLst meth="repeat">
      <a:schemeClr val="lt1">
        <a:alpha val="0"/>
      </a:schemeClr>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node1NoLn">
    <dgm:fillClrLst meth="repeat">
      <a:schemeClr val="accent6"/>
    </dgm:fillClrLst>
    <dgm:linClrLst meth="repeat">
      <a:schemeClr val="lt1">
        <a:alpha val="0"/>
      </a:schemeClr>
    </dgm:linClrLst>
    <dgm:effectClrLst/>
    <dgm:txLinClrLst/>
    <dgm:txFillClrLst/>
    <dgm:txEffectClrLst/>
  </dgm:styleLbl>
  <dgm:styleLbl name="ltNode1NoLn">
    <dgm:fillClrLst meth="repeat">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2NoLn">
    <dgm:fillClrLst meth="repeat">
      <a:schemeClr val="accent6"/>
    </dgm:fillClrLst>
    <dgm:linClrLst meth="repeat">
      <a:schemeClr val="lt1">
        <a:alpha val="0"/>
      </a:schemeClr>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3NoLn">
    <dgm:fillClrLst meth="repeat">
      <a:schemeClr val="accent6"/>
    </dgm:fillClrLst>
    <dgm:linClrLst meth="repeat">
      <a:schemeClr val="lt1">
        <a:alpha val="0"/>
      </a:schemeClr>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node4NoLn">
    <dgm:fillClrLst meth="repeat">
      <a:schemeClr val="accent6"/>
    </dgm:fillClrLst>
    <dgm:linClrLst meth="repeat">
      <a:schemeClr val="lt1">
        <a:alpha val="0"/>
      </a:schemeClr>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0NoLn">
    <dgm:fillClrLst meth="repeat">
      <a:schemeClr val="accent6"/>
    </dgm:fillClrLst>
    <dgm:linClrLst meth="repeat">
      <a:schemeClr val="lt1">
        <a:alpha val="0"/>
      </a:schemeClr>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node1NoLn">
    <dgm:fillClrLst meth="repeat">
      <a:schemeClr val="accent6"/>
    </dgm:fillClrLst>
    <dgm:linClrLst meth="repeat">
      <a:schemeClr val="lt1">
        <a:alpha val="0"/>
      </a:schemeClr>
    </dgm:linClrLst>
    <dgm:effectClrLst/>
    <dgm:txLinClrLst/>
    <dgm:txFillClrLst/>
    <dgm:txEffectClrLst/>
  </dgm:styleLbl>
  <dgm:styleLbl name="ltNode1NoLn">
    <dgm:fillClrLst meth="repeat">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2NoLn">
    <dgm:fillClrLst meth="repeat">
      <a:schemeClr val="accent6"/>
    </dgm:fillClrLst>
    <dgm:linClrLst meth="repeat">
      <a:schemeClr val="lt1">
        <a:alpha val="0"/>
      </a:schemeClr>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3NoLn">
    <dgm:fillClrLst meth="repeat">
      <a:schemeClr val="accent6"/>
    </dgm:fillClrLst>
    <dgm:linClrLst meth="repeat">
      <a:schemeClr val="lt1">
        <a:alpha val="0"/>
      </a:schemeClr>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node4NoLn">
    <dgm:fillClrLst meth="repeat">
      <a:schemeClr val="accent6"/>
    </dgm:fillClrLst>
    <dgm:linClrLst meth="repeat">
      <a:schemeClr val="lt1">
        <a:alpha val="0"/>
      </a:schemeClr>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0NoLn">
    <dgm:fillClrLst meth="repeat">
      <a:schemeClr val="accent6"/>
    </dgm:fillClrLst>
    <dgm:linClrLst meth="repeat">
      <a:schemeClr val="lt1">
        <a:alpha val="0"/>
      </a:schemeClr>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node1NoLn">
    <dgm:fillClrLst meth="repeat">
      <a:schemeClr val="accent6"/>
    </dgm:fillClrLst>
    <dgm:linClrLst meth="repeat">
      <a:schemeClr val="lt1">
        <a:alpha val="0"/>
      </a:schemeClr>
    </dgm:linClrLst>
    <dgm:effectClrLst/>
    <dgm:txLinClrLst/>
    <dgm:txFillClrLst/>
    <dgm:txEffectClrLst/>
  </dgm:styleLbl>
  <dgm:styleLbl name="ltNode1NoLn">
    <dgm:fillClrLst meth="repeat">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2NoLn">
    <dgm:fillClrLst meth="repeat">
      <a:schemeClr val="accent6"/>
    </dgm:fillClrLst>
    <dgm:linClrLst meth="repeat">
      <a:schemeClr val="lt1">
        <a:alpha val="0"/>
      </a:schemeClr>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3NoLn">
    <dgm:fillClrLst meth="repeat">
      <a:schemeClr val="accent6"/>
    </dgm:fillClrLst>
    <dgm:linClrLst meth="repeat">
      <a:schemeClr val="lt1">
        <a:alpha val="0"/>
      </a:schemeClr>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node4NoLn">
    <dgm:fillClrLst meth="repeat">
      <a:schemeClr val="accent6"/>
    </dgm:fillClrLst>
    <dgm:linClrLst meth="repeat">
      <a:schemeClr val="lt1">
        <a:alpha val="0"/>
      </a:schemeClr>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0NoLn">
    <dgm:fillClrLst meth="repeat">
      <a:schemeClr val="accent6"/>
    </dgm:fillClrLst>
    <dgm:linClrLst meth="repeat">
      <a:schemeClr val="lt1">
        <a:alpha val="0"/>
      </a:schemeClr>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node1NoLn">
    <dgm:fillClrLst meth="repeat">
      <a:schemeClr val="accent6"/>
    </dgm:fillClrLst>
    <dgm:linClrLst meth="repeat">
      <a:schemeClr val="lt1">
        <a:alpha val="0"/>
      </a:schemeClr>
    </dgm:linClrLst>
    <dgm:effectClrLst/>
    <dgm:txLinClrLst/>
    <dgm:txFillClrLst/>
    <dgm:txEffectClrLst/>
  </dgm:styleLbl>
  <dgm:styleLbl name="ltNode1NoLn">
    <dgm:fillClrLst meth="repeat">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2NoLn">
    <dgm:fillClrLst meth="repeat">
      <a:schemeClr val="accent6"/>
    </dgm:fillClrLst>
    <dgm:linClrLst meth="repeat">
      <a:schemeClr val="lt1">
        <a:alpha val="0"/>
      </a:schemeClr>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3NoLn">
    <dgm:fillClrLst meth="repeat">
      <a:schemeClr val="accent6"/>
    </dgm:fillClrLst>
    <dgm:linClrLst meth="repeat">
      <a:schemeClr val="lt1">
        <a:alpha val="0"/>
      </a:schemeClr>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node4NoLn">
    <dgm:fillClrLst meth="repeat">
      <a:schemeClr val="accent6"/>
    </dgm:fillClrLst>
    <dgm:linClrLst meth="repeat">
      <a:schemeClr val="lt1">
        <a:alpha val="0"/>
      </a:schemeClr>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0NoLn">
    <dgm:fillClrLst meth="repeat">
      <a:schemeClr val="accent6"/>
    </dgm:fillClrLst>
    <dgm:linClrLst meth="repeat">
      <a:schemeClr val="lt1">
        <a:alpha val="0"/>
      </a:schemeClr>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node1NoLn">
    <dgm:fillClrLst meth="repeat">
      <a:schemeClr val="accent6"/>
    </dgm:fillClrLst>
    <dgm:linClrLst meth="repeat">
      <a:schemeClr val="lt1">
        <a:alpha val="0"/>
      </a:schemeClr>
    </dgm:linClrLst>
    <dgm:effectClrLst/>
    <dgm:txLinClrLst/>
    <dgm:txFillClrLst/>
    <dgm:txEffectClrLst/>
  </dgm:styleLbl>
  <dgm:styleLbl name="ltNode1NoLn">
    <dgm:fillClrLst meth="repeat">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2NoLn">
    <dgm:fillClrLst meth="repeat">
      <a:schemeClr val="accent6"/>
    </dgm:fillClrLst>
    <dgm:linClrLst meth="repeat">
      <a:schemeClr val="lt1">
        <a:alpha val="0"/>
      </a:schemeClr>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3NoLn">
    <dgm:fillClrLst meth="repeat">
      <a:schemeClr val="accent6"/>
    </dgm:fillClrLst>
    <dgm:linClrLst meth="repeat">
      <a:schemeClr val="lt1">
        <a:alpha val="0"/>
      </a:schemeClr>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node4NoLn">
    <dgm:fillClrLst meth="repeat">
      <a:schemeClr val="accent6"/>
    </dgm:fillClrLst>
    <dgm:linClrLst meth="repeat">
      <a:schemeClr val="lt1">
        <a:alpha val="0"/>
      </a:schemeClr>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1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8316A3-21A6-4F0E-A3E9-FE28C2D9C511}" type="doc">
      <dgm:prSet loTypeId="urn:microsoft.com/office/officeart/2005/8/layout/process1" loCatId="process" qsTypeId="urn:microsoft.com/office/officeart/2005/8/quickstyle/3d9#1" qsCatId="3D" csTypeId="urn:microsoft.com/office/officeart/2005/8/colors/accent6_2" csCatId="accent6" phldr="1"/>
      <dgm:spPr/>
      <dgm:t>
        <a:bodyPr/>
        <a:lstStyle/>
        <a:p>
          <a:endParaRPr lang="en-US"/>
        </a:p>
      </dgm:t>
    </dgm:pt>
    <dgm:pt modelId="{73A088B3-8584-4A55-B192-2C68ABDC89A1}">
      <dgm:prSet phldrT="[Text]" phldr="0"/>
      <dgm:spPr/>
      <dgm:t>
        <a:bodyPr/>
        <a:lstStyle/>
        <a:p>
          <a:r>
            <a:rPr lang="en-US" dirty="0"/>
            <a:t>Scrape</a:t>
          </a:r>
        </a:p>
      </dgm:t>
    </dgm:pt>
    <dgm:pt modelId="{2147BA24-A2B7-430A-85DE-99F9244FAFBE}" type="parTrans" cxnId="{344C9301-DF66-4D00-8B49-B91BC968C8DB}">
      <dgm:prSet/>
      <dgm:spPr/>
      <dgm:t>
        <a:bodyPr/>
        <a:lstStyle/>
        <a:p>
          <a:endParaRPr lang="en-US"/>
        </a:p>
      </dgm:t>
    </dgm:pt>
    <dgm:pt modelId="{F0DE13DC-36F5-4CE8-8767-611125A3D13A}" type="sibTrans" cxnId="{344C9301-DF66-4D00-8B49-B91BC968C8DB}">
      <dgm:prSet/>
      <dgm:spPr/>
      <dgm:t>
        <a:bodyPr/>
        <a:lstStyle/>
        <a:p>
          <a:endParaRPr lang="en-US"/>
        </a:p>
      </dgm:t>
    </dgm:pt>
    <dgm:pt modelId="{08795A9A-39FD-45CC-9B17-C8C8B66992D1}">
      <dgm:prSet phldrT="[Text]" phldr="0"/>
      <dgm:spPr/>
      <dgm:t>
        <a:bodyPr/>
        <a:lstStyle/>
        <a:p>
          <a:r>
            <a:rPr lang="en-US" dirty="0"/>
            <a:t>Chunk</a:t>
          </a:r>
        </a:p>
      </dgm:t>
    </dgm:pt>
    <dgm:pt modelId="{473DA7F4-6A22-4BBD-BA6D-EA39182903A5}" type="parTrans" cxnId="{8088E049-F88C-41D6-B821-FC8F2087EBBF}">
      <dgm:prSet/>
      <dgm:spPr/>
      <dgm:t>
        <a:bodyPr/>
        <a:lstStyle/>
        <a:p>
          <a:endParaRPr lang="en-US"/>
        </a:p>
      </dgm:t>
    </dgm:pt>
    <dgm:pt modelId="{C39286FF-377D-4A86-B5C9-24A6D23BF274}" type="sibTrans" cxnId="{8088E049-F88C-41D6-B821-FC8F2087EBBF}">
      <dgm:prSet/>
      <dgm:spPr/>
      <dgm:t>
        <a:bodyPr/>
        <a:lstStyle/>
        <a:p>
          <a:endParaRPr lang="en-US"/>
        </a:p>
      </dgm:t>
    </dgm:pt>
    <dgm:pt modelId="{3B1CD237-A272-43D3-B7A0-5DACB1F27807}">
      <dgm:prSet phldrT="[Text]" phldr="0"/>
      <dgm:spPr/>
      <dgm:t>
        <a:bodyPr/>
        <a:lstStyle/>
        <a:p>
          <a:r>
            <a:rPr lang="en-US" dirty="0"/>
            <a:t>Embed</a:t>
          </a:r>
        </a:p>
      </dgm:t>
    </dgm:pt>
    <dgm:pt modelId="{DC42375E-C300-4FE1-8E85-E5CFFFD553B9}" type="parTrans" cxnId="{6D502BA3-F0B9-4410-B393-822313A591AD}">
      <dgm:prSet/>
      <dgm:spPr/>
      <dgm:t>
        <a:bodyPr/>
        <a:lstStyle/>
        <a:p>
          <a:endParaRPr lang="en-US"/>
        </a:p>
      </dgm:t>
    </dgm:pt>
    <dgm:pt modelId="{324FA2B5-4FAF-48A8-8013-A83D4CF552C6}" type="sibTrans" cxnId="{6D502BA3-F0B9-4410-B393-822313A591AD}">
      <dgm:prSet/>
      <dgm:spPr/>
      <dgm:t>
        <a:bodyPr/>
        <a:lstStyle/>
        <a:p>
          <a:endParaRPr lang="en-US"/>
        </a:p>
      </dgm:t>
    </dgm:pt>
    <dgm:pt modelId="{6D06476E-098B-4FBF-B6E9-D426B067DEE2}" type="pres">
      <dgm:prSet presAssocID="{008316A3-21A6-4F0E-A3E9-FE28C2D9C511}" presName="Name0" presStyleCnt="0">
        <dgm:presLayoutVars>
          <dgm:dir/>
          <dgm:resizeHandles val="exact"/>
        </dgm:presLayoutVars>
      </dgm:prSet>
      <dgm:spPr/>
    </dgm:pt>
    <dgm:pt modelId="{005BAA7F-9E33-45EE-AF51-034888971E92}" type="pres">
      <dgm:prSet presAssocID="{73A088B3-8584-4A55-B192-2C68ABDC89A1}" presName="node" presStyleLbl="node1" presStyleIdx="0" presStyleCnt="3">
        <dgm:presLayoutVars>
          <dgm:bulletEnabled val="1"/>
        </dgm:presLayoutVars>
      </dgm:prSet>
      <dgm:spPr/>
    </dgm:pt>
    <dgm:pt modelId="{10BD7ABE-FAE1-47DF-B8CC-588111007C1E}" type="pres">
      <dgm:prSet presAssocID="{F0DE13DC-36F5-4CE8-8767-611125A3D13A}" presName="sibTrans" presStyleLbl="sibTrans2D1" presStyleIdx="0" presStyleCnt="2"/>
      <dgm:spPr/>
    </dgm:pt>
    <dgm:pt modelId="{8808323E-F009-491F-9ECD-0AFD09715AFB}" type="pres">
      <dgm:prSet presAssocID="{F0DE13DC-36F5-4CE8-8767-611125A3D13A}" presName="connectorText" presStyleLbl="sibTrans2D1" presStyleIdx="0" presStyleCnt="2"/>
      <dgm:spPr/>
    </dgm:pt>
    <dgm:pt modelId="{2E17B990-8613-49B6-AF72-1051257F909A}" type="pres">
      <dgm:prSet presAssocID="{08795A9A-39FD-45CC-9B17-C8C8B66992D1}" presName="node" presStyleLbl="node1" presStyleIdx="1" presStyleCnt="3">
        <dgm:presLayoutVars>
          <dgm:bulletEnabled val="1"/>
        </dgm:presLayoutVars>
      </dgm:prSet>
      <dgm:spPr/>
    </dgm:pt>
    <dgm:pt modelId="{F47CDD83-E97B-4026-BE72-C4A3A56792D6}" type="pres">
      <dgm:prSet presAssocID="{C39286FF-377D-4A86-B5C9-24A6D23BF274}" presName="sibTrans" presStyleLbl="sibTrans2D1" presStyleIdx="1" presStyleCnt="2"/>
      <dgm:spPr/>
    </dgm:pt>
    <dgm:pt modelId="{FD67F9CD-BAC8-449D-811E-0945BD824917}" type="pres">
      <dgm:prSet presAssocID="{C39286FF-377D-4A86-B5C9-24A6D23BF274}" presName="connectorText" presStyleLbl="sibTrans2D1" presStyleIdx="1" presStyleCnt="2"/>
      <dgm:spPr/>
    </dgm:pt>
    <dgm:pt modelId="{543024E2-7749-482A-8AFA-BAF31E7DD926}" type="pres">
      <dgm:prSet presAssocID="{3B1CD237-A272-43D3-B7A0-5DACB1F27807}" presName="node" presStyleLbl="node1" presStyleIdx="2" presStyleCnt="3">
        <dgm:presLayoutVars>
          <dgm:bulletEnabled val="1"/>
        </dgm:presLayoutVars>
      </dgm:prSet>
      <dgm:spPr/>
    </dgm:pt>
  </dgm:ptLst>
  <dgm:cxnLst>
    <dgm:cxn modelId="{344C9301-DF66-4D00-8B49-B91BC968C8DB}" srcId="{008316A3-21A6-4F0E-A3E9-FE28C2D9C511}" destId="{73A088B3-8584-4A55-B192-2C68ABDC89A1}" srcOrd="0" destOrd="0" parTransId="{2147BA24-A2B7-430A-85DE-99F9244FAFBE}" sibTransId="{F0DE13DC-36F5-4CE8-8767-611125A3D13A}"/>
    <dgm:cxn modelId="{C3532046-A5D3-4712-84EB-BA09C2FABC7C}" type="presOf" srcId="{C39286FF-377D-4A86-B5C9-24A6D23BF274}" destId="{F47CDD83-E97B-4026-BE72-C4A3A56792D6}" srcOrd="0" destOrd="0" presId="urn:microsoft.com/office/officeart/2005/8/layout/process1"/>
    <dgm:cxn modelId="{8088E049-F88C-41D6-B821-FC8F2087EBBF}" srcId="{008316A3-21A6-4F0E-A3E9-FE28C2D9C511}" destId="{08795A9A-39FD-45CC-9B17-C8C8B66992D1}" srcOrd="1" destOrd="0" parTransId="{473DA7F4-6A22-4BBD-BA6D-EA39182903A5}" sibTransId="{C39286FF-377D-4A86-B5C9-24A6D23BF274}"/>
    <dgm:cxn modelId="{25A6FB6D-D976-43BF-A71F-71B81FB33938}" type="presOf" srcId="{F0DE13DC-36F5-4CE8-8767-611125A3D13A}" destId="{10BD7ABE-FAE1-47DF-B8CC-588111007C1E}" srcOrd="0" destOrd="0" presId="urn:microsoft.com/office/officeart/2005/8/layout/process1"/>
    <dgm:cxn modelId="{010B665A-AA80-46A8-B6B3-B3A0AC4C7527}" type="presOf" srcId="{008316A3-21A6-4F0E-A3E9-FE28C2D9C511}" destId="{6D06476E-098B-4FBF-B6E9-D426B067DEE2}" srcOrd="0" destOrd="0" presId="urn:microsoft.com/office/officeart/2005/8/layout/process1"/>
    <dgm:cxn modelId="{22C6E58F-FCB3-4516-ABFC-61B0B8DA977A}" type="presOf" srcId="{73A088B3-8584-4A55-B192-2C68ABDC89A1}" destId="{005BAA7F-9E33-45EE-AF51-034888971E92}" srcOrd="0" destOrd="0" presId="urn:microsoft.com/office/officeart/2005/8/layout/process1"/>
    <dgm:cxn modelId="{13EC2F91-2018-4E6E-B3DB-18AB0C1E41A7}" type="presOf" srcId="{08795A9A-39FD-45CC-9B17-C8C8B66992D1}" destId="{2E17B990-8613-49B6-AF72-1051257F909A}" srcOrd="0" destOrd="0" presId="urn:microsoft.com/office/officeart/2005/8/layout/process1"/>
    <dgm:cxn modelId="{6D502BA3-F0B9-4410-B393-822313A591AD}" srcId="{008316A3-21A6-4F0E-A3E9-FE28C2D9C511}" destId="{3B1CD237-A272-43D3-B7A0-5DACB1F27807}" srcOrd="2" destOrd="0" parTransId="{DC42375E-C300-4FE1-8E85-E5CFFFD553B9}" sibTransId="{324FA2B5-4FAF-48A8-8013-A83D4CF552C6}"/>
    <dgm:cxn modelId="{195C8BA3-F37E-4298-94AC-B9945555471F}" type="presOf" srcId="{F0DE13DC-36F5-4CE8-8767-611125A3D13A}" destId="{8808323E-F009-491F-9ECD-0AFD09715AFB}" srcOrd="1" destOrd="0" presId="urn:microsoft.com/office/officeart/2005/8/layout/process1"/>
    <dgm:cxn modelId="{F3D870B4-6F4B-454C-993B-8250414F6746}" type="presOf" srcId="{C39286FF-377D-4A86-B5C9-24A6D23BF274}" destId="{FD67F9CD-BAC8-449D-811E-0945BD824917}" srcOrd="1" destOrd="0" presId="urn:microsoft.com/office/officeart/2005/8/layout/process1"/>
    <dgm:cxn modelId="{0870E7D6-1EC8-46EC-AEB4-E8CD57AF5880}" type="presOf" srcId="{3B1CD237-A272-43D3-B7A0-5DACB1F27807}" destId="{543024E2-7749-482A-8AFA-BAF31E7DD926}" srcOrd="0" destOrd="0" presId="urn:microsoft.com/office/officeart/2005/8/layout/process1"/>
    <dgm:cxn modelId="{63F4915A-B0F0-4A0A-9B07-D03D17B6CC5A}" type="presParOf" srcId="{6D06476E-098B-4FBF-B6E9-D426B067DEE2}" destId="{005BAA7F-9E33-45EE-AF51-034888971E92}" srcOrd="0" destOrd="0" presId="urn:microsoft.com/office/officeart/2005/8/layout/process1"/>
    <dgm:cxn modelId="{E14A775A-4978-4A47-99E8-79684A523F75}" type="presParOf" srcId="{6D06476E-098B-4FBF-B6E9-D426B067DEE2}" destId="{10BD7ABE-FAE1-47DF-B8CC-588111007C1E}" srcOrd="1" destOrd="0" presId="urn:microsoft.com/office/officeart/2005/8/layout/process1"/>
    <dgm:cxn modelId="{68BD994E-4D46-4A41-BD5A-33D7A1038AB1}" type="presParOf" srcId="{10BD7ABE-FAE1-47DF-B8CC-588111007C1E}" destId="{8808323E-F009-491F-9ECD-0AFD09715AFB}" srcOrd="0" destOrd="0" presId="urn:microsoft.com/office/officeart/2005/8/layout/process1"/>
    <dgm:cxn modelId="{35C4F8C6-B0CF-4D2E-B176-52FC3C7BCABF}" type="presParOf" srcId="{6D06476E-098B-4FBF-B6E9-D426B067DEE2}" destId="{2E17B990-8613-49B6-AF72-1051257F909A}" srcOrd="2" destOrd="0" presId="urn:microsoft.com/office/officeart/2005/8/layout/process1"/>
    <dgm:cxn modelId="{848F82BC-2A29-4F35-8F9A-C6021C48450C}" type="presParOf" srcId="{6D06476E-098B-4FBF-B6E9-D426B067DEE2}" destId="{F47CDD83-E97B-4026-BE72-C4A3A56792D6}" srcOrd="3" destOrd="0" presId="urn:microsoft.com/office/officeart/2005/8/layout/process1"/>
    <dgm:cxn modelId="{DAC28A61-2C23-40AD-8FDF-A9E94CAA557F}" type="presParOf" srcId="{F47CDD83-E97B-4026-BE72-C4A3A56792D6}" destId="{FD67F9CD-BAC8-449D-811E-0945BD824917}" srcOrd="0" destOrd="0" presId="urn:microsoft.com/office/officeart/2005/8/layout/process1"/>
    <dgm:cxn modelId="{B6E12031-1FE9-4E8B-9177-85A25D86F1E5}" type="presParOf" srcId="{6D06476E-098B-4FBF-B6E9-D426B067DEE2}" destId="{543024E2-7749-482A-8AFA-BAF31E7DD926}"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08316A3-21A6-4F0E-A3E9-FE28C2D9C511}" type="doc">
      <dgm:prSet loTypeId="urn:microsoft.com/office/officeart/2005/8/layout/process1" loCatId="process" qsTypeId="urn:microsoft.com/office/officeart/2005/8/quickstyle/3d9#1" qsCatId="3D" csTypeId="urn:microsoft.com/office/officeart/2005/8/colors/accent6_2" csCatId="accent6" phldr="1"/>
      <dgm:spPr/>
      <dgm:t>
        <a:bodyPr/>
        <a:lstStyle/>
        <a:p>
          <a:endParaRPr lang="en-US"/>
        </a:p>
      </dgm:t>
    </dgm:pt>
    <dgm:pt modelId="{73A088B3-8584-4A55-B192-2C68ABDC89A1}">
      <dgm:prSet phldrT="[Text]" phldr="0"/>
      <dgm:spPr>
        <a:solidFill>
          <a:srgbClr val="92D050"/>
        </a:solidFill>
      </dgm:spPr>
      <dgm:t>
        <a:bodyPr/>
        <a:lstStyle/>
        <a:p>
          <a:r>
            <a:rPr lang="en-US" dirty="0"/>
            <a:t>Scrape</a:t>
          </a:r>
        </a:p>
      </dgm:t>
    </dgm:pt>
    <dgm:pt modelId="{2147BA24-A2B7-430A-85DE-99F9244FAFBE}" type="parTrans" cxnId="{344C9301-DF66-4D00-8B49-B91BC968C8DB}">
      <dgm:prSet/>
      <dgm:spPr/>
      <dgm:t>
        <a:bodyPr/>
        <a:lstStyle/>
        <a:p>
          <a:endParaRPr lang="en-US"/>
        </a:p>
      </dgm:t>
    </dgm:pt>
    <dgm:pt modelId="{F0DE13DC-36F5-4CE8-8767-611125A3D13A}" type="sibTrans" cxnId="{344C9301-DF66-4D00-8B49-B91BC968C8DB}">
      <dgm:prSet/>
      <dgm:spPr/>
      <dgm:t>
        <a:bodyPr/>
        <a:lstStyle/>
        <a:p>
          <a:endParaRPr lang="en-US"/>
        </a:p>
      </dgm:t>
    </dgm:pt>
    <dgm:pt modelId="{08795A9A-39FD-45CC-9B17-C8C8B66992D1}">
      <dgm:prSet phldrT="[Text]" phldr="0"/>
      <dgm:spPr/>
      <dgm:t>
        <a:bodyPr/>
        <a:lstStyle/>
        <a:p>
          <a:r>
            <a:rPr lang="en-US" dirty="0"/>
            <a:t>Chunk</a:t>
          </a:r>
        </a:p>
      </dgm:t>
    </dgm:pt>
    <dgm:pt modelId="{473DA7F4-6A22-4BBD-BA6D-EA39182903A5}" type="parTrans" cxnId="{8088E049-F88C-41D6-B821-FC8F2087EBBF}">
      <dgm:prSet/>
      <dgm:spPr/>
      <dgm:t>
        <a:bodyPr/>
        <a:lstStyle/>
        <a:p>
          <a:endParaRPr lang="en-US"/>
        </a:p>
      </dgm:t>
    </dgm:pt>
    <dgm:pt modelId="{C39286FF-377D-4A86-B5C9-24A6D23BF274}" type="sibTrans" cxnId="{8088E049-F88C-41D6-B821-FC8F2087EBBF}">
      <dgm:prSet/>
      <dgm:spPr/>
      <dgm:t>
        <a:bodyPr/>
        <a:lstStyle/>
        <a:p>
          <a:endParaRPr lang="en-US"/>
        </a:p>
      </dgm:t>
    </dgm:pt>
    <dgm:pt modelId="{3B1CD237-A272-43D3-B7A0-5DACB1F27807}">
      <dgm:prSet phldrT="[Text]" phldr="0"/>
      <dgm:spPr/>
      <dgm:t>
        <a:bodyPr/>
        <a:lstStyle/>
        <a:p>
          <a:r>
            <a:rPr lang="en-US" dirty="0"/>
            <a:t>Embed</a:t>
          </a:r>
        </a:p>
      </dgm:t>
    </dgm:pt>
    <dgm:pt modelId="{DC42375E-C300-4FE1-8E85-E5CFFFD553B9}" type="parTrans" cxnId="{6D502BA3-F0B9-4410-B393-822313A591AD}">
      <dgm:prSet/>
      <dgm:spPr/>
      <dgm:t>
        <a:bodyPr/>
        <a:lstStyle/>
        <a:p>
          <a:endParaRPr lang="en-US"/>
        </a:p>
      </dgm:t>
    </dgm:pt>
    <dgm:pt modelId="{324FA2B5-4FAF-48A8-8013-A83D4CF552C6}" type="sibTrans" cxnId="{6D502BA3-F0B9-4410-B393-822313A591AD}">
      <dgm:prSet/>
      <dgm:spPr/>
      <dgm:t>
        <a:bodyPr/>
        <a:lstStyle/>
        <a:p>
          <a:endParaRPr lang="en-US"/>
        </a:p>
      </dgm:t>
    </dgm:pt>
    <dgm:pt modelId="{6D06476E-098B-4FBF-B6E9-D426B067DEE2}" type="pres">
      <dgm:prSet presAssocID="{008316A3-21A6-4F0E-A3E9-FE28C2D9C511}" presName="Name0" presStyleCnt="0">
        <dgm:presLayoutVars>
          <dgm:dir/>
          <dgm:resizeHandles val="exact"/>
        </dgm:presLayoutVars>
      </dgm:prSet>
      <dgm:spPr/>
    </dgm:pt>
    <dgm:pt modelId="{005BAA7F-9E33-45EE-AF51-034888971E92}" type="pres">
      <dgm:prSet presAssocID="{73A088B3-8584-4A55-B192-2C68ABDC89A1}" presName="node" presStyleLbl="node1" presStyleIdx="0" presStyleCnt="3">
        <dgm:presLayoutVars>
          <dgm:bulletEnabled val="1"/>
        </dgm:presLayoutVars>
      </dgm:prSet>
      <dgm:spPr/>
    </dgm:pt>
    <dgm:pt modelId="{10BD7ABE-FAE1-47DF-B8CC-588111007C1E}" type="pres">
      <dgm:prSet presAssocID="{F0DE13DC-36F5-4CE8-8767-611125A3D13A}" presName="sibTrans" presStyleLbl="sibTrans2D1" presStyleIdx="0" presStyleCnt="2"/>
      <dgm:spPr/>
    </dgm:pt>
    <dgm:pt modelId="{8808323E-F009-491F-9ECD-0AFD09715AFB}" type="pres">
      <dgm:prSet presAssocID="{F0DE13DC-36F5-4CE8-8767-611125A3D13A}" presName="connectorText" presStyleLbl="sibTrans2D1" presStyleIdx="0" presStyleCnt="2"/>
      <dgm:spPr/>
    </dgm:pt>
    <dgm:pt modelId="{2E17B990-8613-49B6-AF72-1051257F909A}" type="pres">
      <dgm:prSet presAssocID="{08795A9A-39FD-45CC-9B17-C8C8B66992D1}" presName="node" presStyleLbl="node1" presStyleIdx="1" presStyleCnt="3">
        <dgm:presLayoutVars>
          <dgm:bulletEnabled val="1"/>
        </dgm:presLayoutVars>
      </dgm:prSet>
      <dgm:spPr/>
    </dgm:pt>
    <dgm:pt modelId="{F47CDD83-E97B-4026-BE72-C4A3A56792D6}" type="pres">
      <dgm:prSet presAssocID="{C39286FF-377D-4A86-B5C9-24A6D23BF274}" presName="sibTrans" presStyleLbl="sibTrans2D1" presStyleIdx="1" presStyleCnt="2"/>
      <dgm:spPr/>
    </dgm:pt>
    <dgm:pt modelId="{FD67F9CD-BAC8-449D-811E-0945BD824917}" type="pres">
      <dgm:prSet presAssocID="{C39286FF-377D-4A86-B5C9-24A6D23BF274}" presName="connectorText" presStyleLbl="sibTrans2D1" presStyleIdx="1" presStyleCnt="2"/>
      <dgm:spPr/>
    </dgm:pt>
    <dgm:pt modelId="{543024E2-7749-482A-8AFA-BAF31E7DD926}" type="pres">
      <dgm:prSet presAssocID="{3B1CD237-A272-43D3-B7A0-5DACB1F27807}" presName="node" presStyleLbl="node1" presStyleIdx="2" presStyleCnt="3">
        <dgm:presLayoutVars>
          <dgm:bulletEnabled val="1"/>
        </dgm:presLayoutVars>
      </dgm:prSet>
      <dgm:spPr/>
    </dgm:pt>
  </dgm:ptLst>
  <dgm:cxnLst>
    <dgm:cxn modelId="{344C9301-DF66-4D00-8B49-B91BC968C8DB}" srcId="{008316A3-21A6-4F0E-A3E9-FE28C2D9C511}" destId="{73A088B3-8584-4A55-B192-2C68ABDC89A1}" srcOrd="0" destOrd="0" parTransId="{2147BA24-A2B7-430A-85DE-99F9244FAFBE}" sibTransId="{F0DE13DC-36F5-4CE8-8767-611125A3D13A}"/>
    <dgm:cxn modelId="{C3532046-A5D3-4712-84EB-BA09C2FABC7C}" type="presOf" srcId="{C39286FF-377D-4A86-B5C9-24A6D23BF274}" destId="{F47CDD83-E97B-4026-BE72-C4A3A56792D6}" srcOrd="0" destOrd="0" presId="urn:microsoft.com/office/officeart/2005/8/layout/process1"/>
    <dgm:cxn modelId="{8088E049-F88C-41D6-B821-FC8F2087EBBF}" srcId="{008316A3-21A6-4F0E-A3E9-FE28C2D9C511}" destId="{08795A9A-39FD-45CC-9B17-C8C8B66992D1}" srcOrd="1" destOrd="0" parTransId="{473DA7F4-6A22-4BBD-BA6D-EA39182903A5}" sibTransId="{C39286FF-377D-4A86-B5C9-24A6D23BF274}"/>
    <dgm:cxn modelId="{25A6FB6D-D976-43BF-A71F-71B81FB33938}" type="presOf" srcId="{F0DE13DC-36F5-4CE8-8767-611125A3D13A}" destId="{10BD7ABE-FAE1-47DF-B8CC-588111007C1E}" srcOrd="0" destOrd="0" presId="urn:microsoft.com/office/officeart/2005/8/layout/process1"/>
    <dgm:cxn modelId="{010B665A-AA80-46A8-B6B3-B3A0AC4C7527}" type="presOf" srcId="{008316A3-21A6-4F0E-A3E9-FE28C2D9C511}" destId="{6D06476E-098B-4FBF-B6E9-D426B067DEE2}" srcOrd="0" destOrd="0" presId="urn:microsoft.com/office/officeart/2005/8/layout/process1"/>
    <dgm:cxn modelId="{22C6E58F-FCB3-4516-ABFC-61B0B8DA977A}" type="presOf" srcId="{73A088B3-8584-4A55-B192-2C68ABDC89A1}" destId="{005BAA7F-9E33-45EE-AF51-034888971E92}" srcOrd="0" destOrd="0" presId="urn:microsoft.com/office/officeart/2005/8/layout/process1"/>
    <dgm:cxn modelId="{13EC2F91-2018-4E6E-B3DB-18AB0C1E41A7}" type="presOf" srcId="{08795A9A-39FD-45CC-9B17-C8C8B66992D1}" destId="{2E17B990-8613-49B6-AF72-1051257F909A}" srcOrd="0" destOrd="0" presId="urn:microsoft.com/office/officeart/2005/8/layout/process1"/>
    <dgm:cxn modelId="{6D502BA3-F0B9-4410-B393-822313A591AD}" srcId="{008316A3-21A6-4F0E-A3E9-FE28C2D9C511}" destId="{3B1CD237-A272-43D3-B7A0-5DACB1F27807}" srcOrd="2" destOrd="0" parTransId="{DC42375E-C300-4FE1-8E85-E5CFFFD553B9}" sibTransId="{324FA2B5-4FAF-48A8-8013-A83D4CF552C6}"/>
    <dgm:cxn modelId="{195C8BA3-F37E-4298-94AC-B9945555471F}" type="presOf" srcId="{F0DE13DC-36F5-4CE8-8767-611125A3D13A}" destId="{8808323E-F009-491F-9ECD-0AFD09715AFB}" srcOrd="1" destOrd="0" presId="urn:microsoft.com/office/officeart/2005/8/layout/process1"/>
    <dgm:cxn modelId="{F3D870B4-6F4B-454C-993B-8250414F6746}" type="presOf" srcId="{C39286FF-377D-4A86-B5C9-24A6D23BF274}" destId="{FD67F9CD-BAC8-449D-811E-0945BD824917}" srcOrd="1" destOrd="0" presId="urn:microsoft.com/office/officeart/2005/8/layout/process1"/>
    <dgm:cxn modelId="{0870E7D6-1EC8-46EC-AEB4-E8CD57AF5880}" type="presOf" srcId="{3B1CD237-A272-43D3-B7A0-5DACB1F27807}" destId="{543024E2-7749-482A-8AFA-BAF31E7DD926}" srcOrd="0" destOrd="0" presId="urn:microsoft.com/office/officeart/2005/8/layout/process1"/>
    <dgm:cxn modelId="{63F4915A-B0F0-4A0A-9B07-D03D17B6CC5A}" type="presParOf" srcId="{6D06476E-098B-4FBF-B6E9-D426B067DEE2}" destId="{005BAA7F-9E33-45EE-AF51-034888971E92}" srcOrd="0" destOrd="0" presId="urn:microsoft.com/office/officeart/2005/8/layout/process1"/>
    <dgm:cxn modelId="{E14A775A-4978-4A47-99E8-79684A523F75}" type="presParOf" srcId="{6D06476E-098B-4FBF-B6E9-D426B067DEE2}" destId="{10BD7ABE-FAE1-47DF-B8CC-588111007C1E}" srcOrd="1" destOrd="0" presId="urn:microsoft.com/office/officeart/2005/8/layout/process1"/>
    <dgm:cxn modelId="{68BD994E-4D46-4A41-BD5A-33D7A1038AB1}" type="presParOf" srcId="{10BD7ABE-FAE1-47DF-B8CC-588111007C1E}" destId="{8808323E-F009-491F-9ECD-0AFD09715AFB}" srcOrd="0" destOrd="0" presId="urn:microsoft.com/office/officeart/2005/8/layout/process1"/>
    <dgm:cxn modelId="{35C4F8C6-B0CF-4D2E-B176-52FC3C7BCABF}" type="presParOf" srcId="{6D06476E-098B-4FBF-B6E9-D426B067DEE2}" destId="{2E17B990-8613-49B6-AF72-1051257F909A}" srcOrd="2" destOrd="0" presId="urn:microsoft.com/office/officeart/2005/8/layout/process1"/>
    <dgm:cxn modelId="{848F82BC-2A29-4F35-8F9A-C6021C48450C}" type="presParOf" srcId="{6D06476E-098B-4FBF-B6E9-D426B067DEE2}" destId="{F47CDD83-E97B-4026-BE72-C4A3A56792D6}" srcOrd="3" destOrd="0" presId="urn:microsoft.com/office/officeart/2005/8/layout/process1"/>
    <dgm:cxn modelId="{DAC28A61-2C23-40AD-8FDF-A9E94CAA557F}" type="presParOf" srcId="{F47CDD83-E97B-4026-BE72-C4A3A56792D6}" destId="{FD67F9CD-BAC8-449D-811E-0945BD824917}" srcOrd="0" destOrd="0" presId="urn:microsoft.com/office/officeart/2005/8/layout/process1"/>
    <dgm:cxn modelId="{B6E12031-1FE9-4E8B-9177-85A25D86F1E5}" type="presParOf" srcId="{6D06476E-098B-4FBF-B6E9-D426B067DEE2}" destId="{543024E2-7749-482A-8AFA-BAF31E7DD926}"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08316A3-21A6-4F0E-A3E9-FE28C2D9C511}" type="doc">
      <dgm:prSet loTypeId="urn:microsoft.com/office/officeart/2005/8/layout/process1" loCatId="process" qsTypeId="urn:microsoft.com/office/officeart/2005/8/quickstyle/3d9#1" qsCatId="3D" csTypeId="urn:microsoft.com/office/officeart/2005/8/colors/accent6_2" csCatId="accent6" phldr="1"/>
      <dgm:spPr/>
      <dgm:t>
        <a:bodyPr/>
        <a:lstStyle/>
        <a:p>
          <a:endParaRPr lang="en-US"/>
        </a:p>
      </dgm:t>
    </dgm:pt>
    <dgm:pt modelId="{73A088B3-8584-4A55-B192-2C68ABDC89A1}">
      <dgm:prSet phldrT="[Text]" phldr="0"/>
      <dgm:spPr/>
      <dgm:t>
        <a:bodyPr/>
        <a:lstStyle/>
        <a:p>
          <a:r>
            <a:rPr lang="en-US" dirty="0"/>
            <a:t>Scrape</a:t>
          </a:r>
        </a:p>
      </dgm:t>
    </dgm:pt>
    <dgm:pt modelId="{2147BA24-A2B7-430A-85DE-99F9244FAFBE}" type="parTrans" cxnId="{344C9301-DF66-4D00-8B49-B91BC968C8DB}">
      <dgm:prSet/>
      <dgm:spPr/>
      <dgm:t>
        <a:bodyPr/>
        <a:lstStyle/>
        <a:p>
          <a:endParaRPr lang="en-US"/>
        </a:p>
      </dgm:t>
    </dgm:pt>
    <dgm:pt modelId="{F0DE13DC-36F5-4CE8-8767-611125A3D13A}" type="sibTrans" cxnId="{344C9301-DF66-4D00-8B49-B91BC968C8DB}">
      <dgm:prSet/>
      <dgm:spPr/>
      <dgm:t>
        <a:bodyPr/>
        <a:lstStyle/>
        <a:p>
          <a:endParaRPr lang="en-US"/>
        </a:p>
      </dgm:t>
    </dgm:pt>
    <dgm:pt modelId="{08795A9A-39FD-45CC-9B17-C8C8B66992D1}">
      <dgm:prSet phldrT="[Text]" phldr="0"/>
      <dgm:spPr>
        <a:solidFill>
          <a:srgbClr val="92D050"/>
        </a:solidFill>
      </dgm:spPr>
      <dgm:t>
        <a:bodyPr/>
        <a:lstStyle/>
        <a:p>
          <a:r>
            <a:rPr lang="en-US" dirty="0"/>
            <a:t>Chunk</a:t>
          </a:r>
        </a:p>
      </dgm:t>
    </dgm:pt>
    <dgm:pt modelId="{473DA7F4-6A22-4BBD-BA6D-EA39182903A5}" type="parTrans" cxnId="{8088E049-F88C-41D6-B821-FC8F2087EBBF}">
      <dgm:prSet/>
      <dgm:spPr/>
      <dgm:t>
        <a:bodyPr/>
        <a:lstStyle/>
        <a:p>
          <a:endParaRPr lang="en-US"/>
        </a:p>
      </dgm:t>
    </dgm:pt>
    <dgm:pt modelId="{C39286FF-377D-4A86-B5C9-24A6D23BF274}" type="sibTrans" cxnId="{8088E049-F88C-41D6-B821-FC8F2087EBBF}">
      <dgm:prSet/>
      <dgm:spPr/>
      <dgm:t>
        <a:bodyPr/>
        <a:lstStyle/>
        <a:p>
          <a:endParaRPr lang="en-US"/>
        </a:p>
      </dgm:t>
    </dgm:pt>
    <dgm:pt modelId="{3B1CD237-A272-43D3-B7A0-5DACB1F27807}">
      <dgm:prSet phldrT="[Text]" phldr="0"/>
      <dgm:spPr/>
      <dgm:t>
        <a:bodyPr/>
        <a:lstStyle/>
        <a:p>
          <a:r>
            <a:rPr lang="en-US" dirty="0"/>
            <a:t>Embed</a:t>
          </a:r>
        </a:p>
      </dgm:t>
    </dgm:pt>
    <dgm:pt modelId="{DC42375E-C300-4FE1-8E85-E5CFFFD553B9}" type="parTrans" cxnId="{6D502BA3-F0B9-4410-B393-822313A591AD}">
      <dgm:prSet/>
      <dgm:spPr/>
      <dgm:t>
        <a:bodyPr/>
        <a:lstStyle/>
        <a:p>
          <a:endParaRPr lang="en-US"/>
        </a:p>
      </dgm:t>
    </dgm:pt>
    <dgm:pt modelId="{324FA2B5-4FAF-48A8-8013-A83D4CF552C6}" type="sibTrans" cxnId="{6D502BA3-F0B9-4410-B393-822313A591AD}">
      <dgm:prSet/>
      <dgm:spPr/>
      <dgm:t>
        <a:bodyPr/>
        <a:lstStyle/>
        <a:p>
          <a:endParaRPr lang="en-US"/>
        </a:p>
      </dgm:t>
    </dgm:pt>
    <dgm:pt modelId="{6D06476E-098B-4FBF-B6E9-D426B067DEE2}" type="pres">
      <dgm:prSet presAssocID="{008316A3-21A6-4F0E-A3E9-FE28C2D9C511}" presName="Name0" presStyleCnt="0">
        <dgm:presLayoutVars>
          <dgm:dir/>
          <dgm:resizeHandles val="exact"/>
        </dgm:presLayoutVars>
      </dgm:prSet>
      <dgm:spPr/>
    </dgm:pt>
    <dgm:pt modelId="{005BAA7F-9E33-45EE-AF51-034888971E92}" type="pres">
      <dgm:prSet presAssocID="{73A088B3-8584-4A55-B192-2C68ABDC89A1}" presName="node" presStyleLbl="node1" presStyleIdx="0" presStyleCnt="3">
        <dgm:presLayoutVars>
          <dgm:bulletEnabled val="1"/>
        </dgm:presLayoutVars>
      </dgm:prSet>
      <dgm:spPr/>
    </dgm:pt>
    <dgm:pt modelId="{10BD7ABE-FAE1-47DF-B8CC-588111007C1E}" type="pres">
      <dgm:prSet presAssocID="{F0DE13DC-36F5-4CE8-8767-611125A3D13A}" presName="sibTrans" presStyleLbl="sibTrans2D1" presStyleIdx="0" presStyleCnt="2"/>
      <dgm:spPr/>
    </dgm:pt>
    <dgm:pt modelId="{8808323E-F009-491F-9ECD-0AFD09715AFB}" type="pres">
      <dgm:prSet presAssocID="{F0DE13DC-36F5-4CE8-8767-611125A3D13A}" presName="connectorText" presStyleLbl="sibTrans2D1" presStyleIdx="0" presStyleCnt="2"/>
      <dgm:spPr/>
    </dgm:pt>
    <dgm:pt modelId="{2E17B990-8613-49B6-AF72-1051257F909A}" type="pres">
      <dgm:prSet presAssocID="{08795A9A-39FD-45CC-9B17-C8C8B66992D1}" presName="node" presStyleLbl="node1" presStyleIdx="1" presStyleCnt="3">
        <dgm:presLayoutVars>
          <dgm:bulletEnabled val="1"/>
        </dgm:presLayoutVars>
      </dgm:prSet>
      <dgm:spPr/>
    </dgm:pt>
    <dgm:pt modelId="{F47CDD83-E97B-4026-BE72-C4A3A56792D6}" type="pres">
      <dgm:prSet presAssocID="{C39286FF-377D-4A86-B5C9-24A6D23BF274}" presName="sibTrans" presStyleLbl="sibTrans2D1" presStyleIdx="1" presStyleCnt="2"/>
      <dgm:spPr/>
    </dgm:pt>
    <dgm:pt modelId="{FD67F9CD-BAC8-449D-811E-0945BD824917}" type="pres">
      <dgm:prSet presAssocID="{C39286FF-377D-4A86-B5C9-24A6D23BF274}" presName="connectorText" presStyleLbl="sibTrans2D1" presStyleIdx="1" presStyleCnt="2"/>
      <dgm:spPr/>
    </dgm:pt>
    <dgm:pt modelId="{543024E2-7749-482A-8AFA-BAF31E7DD926}" type="pres">
      <dgm:prSet presAssocID="{3B1CD237-A272-43D3-B7A0-5DACB1F27807}" presName="node" presStyleLbl="node1" presStyleIdx="2" presStyleCnt="3">
        <dgm:presLayoutVars>
          <dgm:bulletEnabled val="1"/>
        </dgm:presLayoutVars>
      </dgm:prSet>
      <dgm:spPr/>
    </dgm:pt>
  </dgm:ptLst>
  <dgm:cxnLst>
    <dgm:cxn modelId="{344C9301-DF66-4D00-8B49-B91BC968C8DB}" srcId="{008316A3-21A6-4F0E-A3E9-FE28C2D9C511}" destId="{73A088B3-8584-4A55-B192-2C68ABDC89A1}" srcOrd="0" destOrd="0" parTransId="{2147BA24-A2B7-430A-85DE-99F9244FAFBE}" sibTransId="{F0DE13DC-36F5-4CE8-8767-611125A3D13A}"/>
    <dgm:cxn modelId="{C3532046-A5D3-4712-84EB-BA09C2FABC7C}" type="presOf" srcId="{C39286FF-377D-4A86-B5C9-24A6D23BF274}" destId="{F47CDD83-E97B-4026-BE72-C4A3A56792D6}" srcOrd="0" destOrd="0" presId="urn:microsoft.com/office/officeart/2005/8/layout/process1"/>
    <dgm:cxn modelId="{8088E049-F88C-41D6-B821-FC8F2087EBBF}" srcId="{008316A3-21A6-4F0E-A3E9-FE28C2D9C511}" destId="{08795A9A-39FD-45CC-9B17-C8C8B66992D1}" srcOrd="1" destOrd="0" parTransId="{473DA7F4-6A22-4BBD-BA6D-EA39182903A5}" sibTransId="{C39286FF-377D-4A86-B5C9-24A6D23BF274}"/>
    <dgm:cxn modelId="{25A6FB6D-D976-43BF-A71F-71B81FB33938}" type="presOf" srcId="{F0DE13DC-36F5-4CE8-8767-611125A3D13A}" destId="{10BD7ABE-FAE1-47DF-B8CC-588111007C1E}" srcOrd="0" destOrd="0" presId="urn:microsoft.com/office/officeart/2005/8/layout/process1"/>
    <dgm:cxn modelId="{010B665A-AA80-46A8-B6B3-B3A0AC4C7527}" type="presOf" srcId="{008316A3-21A6-4F0E-A3E9-FE28C2D9C511}" destId="{6D06476E-098B-4FBF-B6E9-D426B067DEE2}" srcOrd="0" destOrd="0" presId="urn:microsoft.com/office/officeart/2005/8/layout/process1"/>
    <dgm:cxn modelId="{22C6E58F-FCB3-4516-ABFC-61B0B8DA977A}" type="presOf" srcId="{73A088B3-8584-4A55-B192-2C68ABDC89A1}" destId="{005BAA7F-9E33-45EE-AF51-034888971E92}" srcOrd="0" destOrd="0" presId="urn:microsoft.com/office/officeart/2005/8/layout/process1"/>
    <dgm:cxn modelId="{13EC2F91-2018-4E6E-B3DB-18AB0C1E41A7}" type="presOf" srcId="{08795A9A-39FD-45CC-9B17-C8C8B66992D1}" destId="{2E17B990-8613-49B6-AF72-1051257F909A}" srcOrd="0" destOrd="0" presId="urn:microsoft.com/office/officeart/2005/8/layout/process1"/>
    <dgm:cxn modelId="{6D502BA3-F0B9-4410-B393-822313A591AD}" srcId="{008316A3-21A6-4F0E-A3E9-FE28C2D9C511}" destId="{3B1CD237-A272-43D3-B7A0-5DACB1F27807}" srcOrd="2" destOrd="0" parTransId="{DC42375E-C300-4FE1-8E85-E5CFFFD553B9}" sibTransId="{324FA2B5-4FAF-48A8-8013-A83D4CF552C6}"/>
    <dgm:cxn modelId="{195C8BA3-F37E-4298-94AC-B9945555471F}" type="presOf" srcId="{F0DE13DC-36F5-4CE8-8767-611125A3D13A}" destId="{8808323E-F009-491F-9ECD-0AFD09715AFB}" srcOrd="1" destOrd="0" presId="urn:microsoft.com/office/officeart/2005/8/layout/process1"/>
    <dgm:cxn modelId="{F3D870B4-6F4B-454C-993B-8250414F6746}" type="presOf" srcId="{C39286FF-377D-4A86-B5C9-24A6D23BF274}" destId="{FD67F9CD-BAC8-449D-811E-0945BD824917}" srcOrd="1" destOrd="0" presId="urn:microsoft.com/office/officeart/2005/8/layout/process1"/>
    <dgm:cxn modelId="{0870E7D6-1EC8-46EC-AEB4-E8CD57AF5880}" type="presOf" srcId="{3B1CD237-A272-43D3-B7A0-5DACB1F27807}" destId="{543024E2-7749-482A-8AFA-BAF31E7DD926}" srcOrd="0" destOrd="0" presId="urn:microsoft.com/office/officeart/2005/8/layout/process1"/>
    <dgm:cxn modelId="{63F4915A-B0F0-4A0A-9B07-D03D17B6CC5A}" type="presParOf" srcId="{6D06476E-098B-4FBF-B6E9-D426B067DEE2}" destId="{005BAA7F-9E33-45EE-AF51-034888971E92}" srcOrd="0" destOrd="0" presId="urn:microsoft.com/office/officeart/2005/8/layout/process1"/>
    <dgm:cxn modelId="{E14A775A-4978-4A47-99E8-79684A523F75}" type="presParOf" srcId="{6D06476E-098B-4FBF-B6E9-D426B067DEE2}" destId="{10BD7ABE-FAE1-47DF-B8CC-588111007C1E}" srcOrd="1" destOrd="0" presId="urn:microsoft.com/office/officeart/2005/8/layout/process1"/>
    <dgm:cxn modelId="{68BD994E-4D46-4A41-BD5A-33D7A1038AB1}" type="presParOf" srcId="{10BD7ABE-FAE1-47DF-B8CC-588111007C1E}" destId="{8808323E-F009-491F-9ECD-0AFD09715AFB}" srcOrd="0" destOrd="0" presId="urn:microsoft.com/office/officeart/2005/8/layout/process1"/>
    <dgm:cxn modelId="{35C4F8C6-B0CF-4D2E-B176-52FC3C7BCABF}" type="presParOf" srcId="{6D06476E-098B-4FBF-B6E9-D426B067DEE2}" destId="{2E17B990-8613-49B6-AF72-1051257F909A}" srcOrd="2" destOrd="0" presId="urn:microsoft.com/office/officeart/2005/8/layout/process1"/>
    <dgm:cxn modelId="{848F82BC-2A29-4F35-8F9A-C6021C48450C}" type="presParOf" srcId="{6D06476E-098B-4FBF-B6E9-D426B067DEE2}" destId="{F47CDD83-E97B-4026-BE72-C4A3A56792D6}" srcOrd="3" destOrd="0" presId="urn:microsoft.com/office/officeart/2005/8/layout/process1"/>
    <dgm:cxn modelId="{DAC28A61-2C23-40AD-8FDF-A9E94CAA557F}" type="presParOf" srcId="{F47CDD83-E97B-4026-BE72-C4A3A56792D6}" destId="{FD67F9CD-BAC8-449D-811E-0945BD824917}" srcOrd="0" destOrd="0" presId="urn:microsoft.com/office/officeart/2005/8/layout/process1"/>
    <dgm:cxn modelId="{B6E12031-1FE9-4E8B-9177-85A25D86F1E5}" type="presParOf" srcId="{6D06476E-098B-4FBF-B6E9-D426B067DEE2}" destId="{543024E2-7749-482A-8AFA-BAF31E7DD926}"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08316A3-21A6-4F0E-A3E9-FE28C2D9C511}" type="doc">
      <dgm:prSet loTypeId="urn:microsoft.com/office/officeart/2005/8/layout/process1" loCatId="process" qsTypeId="urn:microsoft.com/office/officeart/2005/8/quickstyle/3d9#1" qsCatId="3D" csTypeId="urn:microsoft.com/office/officeart/2005/8/colors/accent6_2" csCatId="accent6" phldr="1"/>
      <dgm:spPr/>
      <dgm:t>
        <a:bodyPr/>
        <a:lstStyle/>
        <a:p>
          <a:endParaRPr lang="en-US"/>
        </a:p>
      </dgm:t>
    </dgm:pt>
    <dgm:pt modelId="{73A088B3-8584-4A55-B192-2C68ABDC89A1}">
      <dgm:prSet phldrT="[Text]" phldr="0"/>
      <dgm:spPr/>
      <dgm:t>
        <a:bodyPr/>
        <a:lstStyle/>
        <a:p>
          <a:r>
            <a:rPr lang="en-US" dirty="0"/>
            <a:t>Scrape</a:t>
          </a:r>
        </a:p>
      </dgm:t>
    </dgm:pt>
    <dgm:pt modelId="{2147BA24-A2B7-430A-85DE-99F9244FAFBE}" type="parTrans" cxnId="{344C9301-DF66-4D00-8B49-B91BC968C8DB}">
      <dgm:prSet/>
      <dgm:spPr/>
      <dgm:t>
        <a:bodyPr/>
        <a:lstStyle/>
        <a:p>
          <a:endParaRPr lang="en-US"/>
        </a:p>
      </dgm:t>
    </dgm:pt>
    <dgm:pt modelId="{F0DE13DC-36F5-4CE8-8767-611125A3D13A}" type="sibTrans" cxnId="{344C9301-DF66-4D00-8B49-B91BC968C8DB}">
      <dgm:prSet/>
      <dgm:spPr/>
      <dgm:t>
        <a:bodyPr/>
        <a:lstStyle/>
        <a:p>
          <a:endParaRPr lang="en-US"/>
        </a:p>
      </dgm:t>
    </dgm:pt>
    <dgm:pt modelId="{08795A9A-39FD-45CC-9B17-C8C8B66992D1}">
      <dgm:prSet phldrT="[Text]" phldr="0"/>
      <dgm:spPr/>
      <dgm:t>
        <a:bodyPr/>
        <a:lstStyle/>
        <a:p>
          <a:r>
            <a:rPr lang="en-US" dirty="0"/>
            <a:t>Chunk</a:t>
          </a:r>
        </a:p>
      </dgm:t>
    </dgm:pt>
    <dgm:pt modelId="{473DA7F4-6A22-4BBD-BA6D-EA39182903A5}" type="parTrans" cxnId="{8088E049-F88C-41D6-B821-FC8F2087EBBF}">
      <dgm:prSet/>
      <dgm:spPr/>
      <dgm:t>
        <a:bodyPr/>
        <a:lstStyle/>
        <a:p>
          <a:endParaRPr lang="en-US"/>
        </a:p>
      </dgm:t>
    </dgm:pt>
    <dgm:pt modelId="{C39286FF-377D-4A86-B5C9-24A6D23BF274}" type="sibTrans" cxnId="{8088E049-F88C-41D6-B821-FC8F2087EBBF}">
      <dgm:prSet/>
      <dgm:spPr/>
      <dgm:t>
        <a:bodyPr/>
        <a:lstStyle/>
        <a:p>
          <a:endParaRPr lang="en-US"/>
        </a:p>
      </dgm:t>
    </dgm:pt>
    <dgm:pt modelId="{3B1CD237-A272-43D3-B7A0-5DACB1F27807}">
      <dgm:prSet phldrT="[Text]" phldr="0"/>
      <dgm:spPr>
        <a:solidFill>
          <a:srgbClr val="92D050"/>
        </a:solidFill>
      </dgm:spPr>
      <dgm:t>
        <a:bodyPr/>
        <a:lstStyle/>
        <a:p>
          <a:r>
            <a:rPr lang="en-US" dirty="0"/>
            <a:t>Embed</a:t>
          </a:r>
        </a:p>
      </dgm:t>
    </dgm:pt>
    <dgm:pt modelId="{DC42375E-C300-4FE1-8E85-E5CFFFD553B9}" type="parTrans" cxnId="{6D502BA3-F0B9-4410-B393-822313A591AD}">
      <dgm:prSet/>
      <dgm:spPr/>
      <dgm:t>
        <a:bodyPr/>
        <a:lstStyle/>
        <a:p>
          <a:endParaRPr lang="en-US"/>
        </a:p>
      </dgm:t>
    </dgm:pt>
    <dgm:pt modelId="{324FA2B5-4FAF-48A8-8013-A83D4CF552C6}" type="sibTrans" cxnId="{6D502BA3-F0B9-4410-B393-822313A591AD}">
      <dgm:prSet/>
      <dgm:spPr/>
      <dgm:t>
        <a:bodyPr/>
        <a:lstStyle/>
        <a:p>
          <a:endParaRPr lang="en-US"/>
        </a:p>
      </dgm:t>
    </dgm:pt>
    <dgm:pt modelId="{6D06476E-098B-4FBF-B6E9-D426B067DEE2}" type="pres">
      <dgm:prSet presAssocID="{008316A3-21A6-4F0E-A3E9-FE28C2D9C511}" presName="Name0" presStyleCnt="0">
        <dgm:presLayoutVars>
          <dgm:dir/>
          <dgm:resizeHandles val="exact"/>
        </dgm:presLayoutVars>
      </dgm:prSet>
      <dgm:spPr/>
    </dgm:pt>
    <dgm:pt modelId="{005BAA7F-9E33-45EE-AF51-034888971E92}" type="pres">
      <dgm:prSet presAssocID="{73A088B3-8584-4A55-B192-2C68ABDC89A1}" presName="node" presStyleLbl="node1" presStyleIdx="0" presStyleCnt="3">
        <dgm:presLayoutVars>
          <dgm:bulletEnabled val="1"/>
        </dgm:presLayoutVars>
      </dgm:prSet>
      <dgm:spPr/>
    </dgm:pt>
    <dgm:pt modelId="{10BD7ABE-FAE1-47DF-B8CC-588111007C1E}" type="pres">
      <dgm:prSet presAssocID="{F0DE13DC-36F5-4CE8-8767-611125A3D13A}" presName="sibTrans" presStyleLbl="sibTrans2D1" presStyleIdx="0" presStyleCnt="2"/>
      <dgm:spPr/>
    </dgm:pt>
    <dgm:pt modelId="{8808323E-F009-491F-9ECD-0AFD09715AFB}" type="pres">
      <dgm:prSet presAssocID="{F0DE13DC-36F5-4CE8-8767-611125A3D13A}" presName="connectorText" presStyleLbl="sibTrans2D1" presStyleIdx="0" presStyleCnt="2"/>
      <dgm:spPr/>
    </dgm:pt>
    <dgm:pt modelId="{2E17B990-8613-49B6-AF72-1051257F909A}" type="pres">
      <dgm:prSet presAssocID="{08795A9A-39FD-45CC-9B17-C8C8B66992D1}" presName="node" presStyleLbl="node1" presStyleIdx="1" presStyleCnt="3">
        <dgm:presLayoutVars>
          <dgm:bulletEnabled val="1"/>
        </dgm:presLayoutVars>
      </dgm:prSet>
      <dgm:spPr/>
    </dgm:pt>
    <dgm:pt modelId="{F47CDD83-E97B-4026-BE72-C4A3A56792D6}" type="pres">
      <dgm:prSet presAssocID="{C39286FF-377D-4A86-B5C9-24A6D23BF274}" presName="sibTrans" presStyleLbl="sibTrans2D1" presStyleIdx="1" presStyleCnt="2"/>
      <dgm:spPr/>
    </dgm:pt>
    <dgm:pt modelId="{FD67F9CD-BAC8-449D-811E-0945BD824917}" type="pres">
      <dgm:prSet presAssocID="{C39286FF-377D-4A86-B5C9-24A6D23BF274}" presName="connectorText" presStyleLbl="sibTrans2D1" presStyleIdx="1" presStyleCnt="2"/>
      <dgm:spPr/>
    </dgm:pt>
    <dgm:pt modelId="{543024E2-7749-482A-8AFA-BAF31E7DD926}" type="pres">
      <dgm:prSet presAssocID="{3B1CD237-A272-43D3-B7A0-5DACB1F27807}" presName="node" presStyleLbl="node1" presStyleIdx="2" presStyleCnt="3">
        <dgm:presLayoutVars>
          <dgm:bulletEnabled val="1"/>
        </dgm:presLayoutVars>
      </dgm:prSet>
      <dgm:spPr/>
    </dgm:pt>
  </dgm:ptLst>
  <dgm:cxnLst>
    <dgm:cxn modelId="{344C9301-DF66-4D00-8B49-B91BC968C8DB}" srcId="{008316A3-21A6-4F0E-A3E9-FE28C2D9C511}" destId="{73A088B3-8584-4A55-B192-2C68ABDC89A1}" srcOrd="0" destOrd="0" parTransId="{2147BA24-A2B7-430A-85DE-99F9244FAFBE}" sibTransId="{F0DE13DC-36F5-4CE8-8767-611125A3D13A}"/>
    <dgm:cxn modelId="{C3532046-A5D3-4712-84EB-BA09C2FABC7C}" type="presOf" srcId="{C39286FF-377D-4A86-B5C9-24A6D23BF274}" destId="{F47CDD83-E97B-4026-BE72-C4A3A56792D6}" srcOrd="0" destOrd="0" presId="urn:microsoft.com/office/officeart/2005/8/layout/process1"/>
    <dgm:cxn modelId="{8088E049-F88C-41D6-B821-FC8F2087EBBF}" srcId="{008316A3-21A6-4F0E-A3E9-FE28C2D9C511}" destId="{08795A9A-39FD-45CC-9B17-C8C8B66992D1}" srcOrd="1" destOrd="0" parTransId="{473DA7F4-6A22-4BBD-BA6D-EA39182903A5}" sibTransId="{C39286FF-377D-4A86-B5C9-24A6D23BF274}"/>
    <dgm:cxn modelId="{25A6FB6D-D976-43BF-A71F-71B81FB33938}" type="presOf" srcId="{F0DE13DC-36F5-4CE8-8767-611125A3D13A}" destId="{10BD7ABE-FAE1-47DF-B8CC-588111007C1E}" srcOrd="0" destOrd="0" presId="urn:microsoft.com/office/officeart/2005/8/layout/process1"/>
    <dgm:cxn modelId="{010B665A-AA80-46A8-B6B3-B3A0AC4C7527}" type="presOf" srcId="{008316A3-21A6-4F0E-A3E9-FE28C2D9C511}" destId="{6D06476E-098B-4FBF-B6E9-D426B067DEE2}" srcOrd="0" destOrd="0" presId="urn:microsoft.com/office/officeart/2005/8/layout/process1"/>
    <dgm:cxn modelId="{22C6E58F-FCB3-4516-ABFC-61B0B8DA977A}" type="presOf" srcId="{73A088B3-8584-4A55-B192-2C68ABDC89A1}" destId="{005BAA7F-9E33-45EE-AF51-034888971E92}" srcOrd="0" destOrd="0" presId="urn:microsoft.com/office/officeart/2005/8/layout/process1"/>
    <dgm:cxn modelId="{13EC2F91-2018-4E6E-B3DB-18AB0C1E41A7}" type="presOf" srcId="{08795A9A-39FD-45CC-9B17-C8C8B66992D1}" destId="{2E17B990-8613-49B6-AF72-1051257F909A}" srcOrd="0" destOrd="0" presId="urn:microsoft.com/office/officeart/2005/8/layout/process1"/>
    <dgm:cxn modelId="{6D502BA3-F0B9-4410-B393-822313A591AD}" srcId="{008316A3-21A6-4F0E-A3E9-FE28C2D9C511}" destId="{3B1CD237-A272-43D3-B7A0-5DACB1F27807}" srcOrd="2" destOrd="0" parTransId="{DC42375E-C300-4FE1-8E85-E5CFFFD553B9}" sibTransId="{324FA2B5-4FAF-48A8-8013-A83D4CF552C6}"/>
    <dgm:cxn modelId="{195C8BA3-F37E-4298-94AC-B9945555471F}" type="presOf" srcId="{F0DE13DC-36F5-4CE8-8767-611125A3D13A}" destId="{8808323E-F009-491F-9ECD-0AFD09715AFB}" srcOrd="1" destOrd="0" presId="urn:microsoft.com/office/officeart/2005/8/layout/process1"/>
    <dgm:cxn modelId="{F3D870B4-6F4B-454C-993B-8250414F6746}" type="presOf" srcId="{C39286FF-377D-4A86-B5C9-24A6D23BF274}" destId="{FD67F9CD-BAC8-449D-811E-0945BD824917}" srcOrd="1" destOrd="0" presId="urn:microsoft.com/office/officeart/2005/8/layout/process1"/>
    <dgm:cxn modelId="{0870E7D6-1EC8-46EC-AEB4-E8CD57AF5880}" type="presOf" srcId="{3B1CD237-A272-43D3-B7A0-5DACB1F27807}" destId="{543024E2-7749-482A-8AFA-BAF31E7DD926}" srcOrd="0" destOrd="0" presId="urn:microsoft.com/office/officeart/2005/8/layout/process1"/>
    <dgm:cxn modelId="{63F4915A-B0F0-4A0A-9B07-D03D17B6CC5A}" type="presParOf" srcId="{6D06476E-098B-4FBF-B6E9-D426B067DEE2}" destId="{005BAA7F-9E33-45EE-AF51-034888971E92}" srcOrd="0" destOrd="0" presId="urn:microsoft.com/office/officeart/2005/8/layout/process1"/>
    <dgm:cxn modelId="{E14A775A-4978-4A47-99E8-79684A523F75}" type="presParOf" srcId="{6D06476E-098B-4FBF-B6E9-D426B067DEE2}" destId="{10BD7ABE-FAE1-47DF-B8CC-588111007C1E}" srcOrd="1" destOrd="0" presId="urn:microsoft.com/office/officeart/2005/8/layout/process1"/>
    <dgm:cxn modelId="{68BD994E-4D46-4A41-BD5A-33D7A1038AB1}" type="presParOf" srcId="{10BD7ABE-FAE1-47DF-B8CC-588111007C1E}" destId="{8808323E-F009-491F-9ECD-0AFD09715AFB}" srcOrd="0" destOrd="0" presId="urn:microsoft.com/office/officeart/2005/8/layout/process1"/>
    <dgm:cxn modelId="{35C4F8C6-B0CF-4D2E-B176-52FC3C7BCABF}" type="presParOf" srcId="{6D06476E-098B-4FBF-B6E9-D426B067DEE2}" destId="{2E17B990-8613-49B6-AF72-1051257F909A}" srcOrd="2" destOrd="0" presId="urn:microsoft.com/office/officeart/2005/8/layout/process1"/>
    <dgm:cxn modelId="{848F82BC-2A29-4F35-8F9A-C6021C48450C}" type="presParOf" srcId="{6D06476E-098B-4FBF-B6E9-D426B067DEE2}" destId="{F47CDD83-E97B-4026-BE72-C4A3A56792D6}" srcOrd="3" destOrd="0" presId="urn:microsoft.com/office/officeart/2005/8/layout/process1"/>
    <dgm:cxn modelId="{DAC28A61-2C23-40AD-8FDF-A9E94CAA557F}" type="presParOf" srcId="{F47CDD83-E97B-4026-BE72-C4A3A56792D6}" destId="{FD67F9CD-BAC8-449D-811E-0945BD824917}" srcOrd="0" destOrd="0" presId="urn:microsoft.com/office/officeart/2005/8/layout/process1"/>
    <dgm:cxn modelId="{B6E12031-1FE9-4E8B-9177-85A25D86F1E5}" type="presParOf" srcId="{6D06476E-098B-4FBF-B6E9-D426B067DEE2}" destId="{543024E2-7749-482A-8AFA-BAF31E7DD926}"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BA52107-39E8-4576-8780-3304CAA4FC93}" type="doc">
      <dgm:prSet loTypeId="urn:microsoft.com/office/officeart/2009/3/layout/CircleRelationship" loCatId="relationship" qsTypeId="urn:microsoft.com/office/officeart/2005/8/quickstyle/simple1#1" qsCatId="simple" csTypeId="urn:microsoft.com/office/officeart/2005/8/colors/accent1_2#1" csCatId="accent1" phldr="1"/>
      <dgm:spPr/>
      <dgm:t>
        <a:bodyPr/>
        <a:lstStyle/>
        <a:p>
          <a:endParaRPr lang="en-US"/>
        </a:p>
      </dgm:t>
    </dgm:pt>
    <dgm:pt modelId="{7471396E-5E0D-4F05-B030-204ED8A04EBF}">
      <dgm:prSet phldrT="[Text]" phldr="0"/>
      <dgm:spPr/>
      <dgm:t>
        <a:bodyPr/>
        <a:lstStyle/>
        <a:p>
          <a:r>
            <a:rPr lang="en-US" dirty="0"/>
            <a:t>Vector</a:t>
          </a:r>
        </a:p>
        <a:p>
          <a:r>
            <a:rPr lang="en-US" dirty="0"/>
            <a:t>DB</a:t>
          </a:r>
        </a:p>
      </dgm:t>
    </dgm:pt>
    <dgm:pt modelId="{BB596DA0-EBCC-4D63-9F2B-C5B2ECB5E63D}" type="parTrans" cxnId="{F64703B4-E11E-4DEA-B55E-EEA6B0B65862}">
      <dgm:prSet/>
      <dgm:spPr/>
      <dgm:t>
        <a:bodyPr/>
        <a:lstStyle/>
        <a:p>
          <a:endParaRPr lang="en-US"/>
        </a:p>
      </dgm:t>
    </dgm:pt>
    <dgm:pt modelId="{6CB3E3D3-A849-4318-92F0-B4C403AA6251}" type="sibTrans" cxnId="{F64703B4-E11E-4DEA-B55E-EEA6B0B65862}">
      <dgm:prSet/>
      <dgm:spPr/>
      <dgm:t>
        <a:bodyPr/>
        <a:lstStyle/>
        <a:p>
          <a:endParaRPr lang="en-US"/>
        </a:p>
      </dgm:t>
    </dgm:pt>
    <dgm:pt modelId="{58F42542-F23C-4DB4-A948-D51050DCC518}">
      <dgm:prSet phldrT="[Text]" phldr="1"/>
      <dgm:spPr/>
      <dgm:t>
        <a:bodyPr/>
        <a:lstStyle/>
        <a:p>
          <a:endParaRPr lang="en-US"/>
        </a:p>
      </dgm:t>
    </dgm:pt>
    <dgm:pt modelId="{DF88BC88-0362-4EE1-AA74-D1FC3E90A55A}" type="parTrans" cxnId="{4F40101E-A594-4933-AF09-42E2269BF22A}">
      <dgm:prSet/>
      <dgm:spPr/>
      <dgm:t>
        <a:bodyPr/>
        <a:lstStyle/>
        <a:p>
          <a:endParaRPr lang="en-US"/>
        </a:p>
      </dgm:t>
    </dgm:pt>
    <dgm:pt modelId="{51E03D46-8EF8-4E29-95DF-2C38A2A4E337}" type="sibTrans" cxnId="{4F40101E-A594-4933-AF09-42E2269BF22A}">
      <dgm:prSet/>
      <dgm:spPr/>
      <dgm:t>
        <a:bodyPr/>
        <a:lstStyle/>
        <a:p>
          <a:endParaRPr lang="en-US"/>
        </a:p>
      </dgm:t>
    </dgm:pt>
    <dgm:pt modelId="{2240AA3B-FCA1-41D4-8E2F-AD2F66AB788D}">
      <dgm:prSet phldrT="[Text]" phldr="1"/>
      <dgm:spPr/>
      <dgm:t>
        <a:bodyPr/>
        <a:lstStyle/>
        <a:p>
          <a:endParaRPr lang="en-US"/>
        </a:p>
      </dgm:t>
    </dgm:pt>
    <dgm:pt modelId="{9DA39743-962F-4A96-A263-286C42AAC07F}" type="parTrans" cxnId="{AA71DE93-B120-4F6D-B70A-CBB82CDFB415}">
      <dgm:prSet/>
      <dgm:spPr/>
      <dgm:t>
        <a:bodyPr/>
        <a:lstStyle/>
        <a:p>
          <a:endParaRPr lang="en-US"/>
        </a:p>
      </dgm:t>
    </dgm:pt>
    <dgm:pt modelId="{CF59EC4B-43E9-48B5-82A1-051EE30F547D}" type="sibTrans" cxnId="{AA71DE93-B120-4F6D-B70A-CBB82CDFB415}">
      <dgm:prSet/>
      <dgm:spPr/>
      <dgm:t>
        <a:bodyPr/>
        <a:lstStyle/>
        <a:p>
          <a:endParaRPr lang="en-US"/>
        </a:p>
      </dgm:t>
    </dgm:pt>
    <dgm:pt modelId="{EF438D1E-71C4-46ED-A3DE-5A1F3C392B2C}" type="pres">
      <dgm:prSet presAssocID="{0BA52107-39E8-4576-8780-3304CAA4FC93}" presName="Name0" presStyleCnt="0">
        <dgm:presLayoutVars>
          <dgm:chMax val="1"/>
          <dgm:chPref val="1"/>
        </dgm:presLayoutVars>
      </dgm:prSet>
      <dgm:spPr/>
    </dgm:pt>
    <dgm:pt modelId="{00AE08E6-73CC-4573-B71C-56304B469124}" type="pres">
      <dgm:prSet presAssocID="{7471396E-5E0D-4F05-B030-204ED8A04EBF}" presName="Parent" presStyleLbl="node0" presStyleIdx="0" presStyleCnt="1">
        <dgm:presLayoutVars>
          <dgm:chMax val="5"/>
          <dgm:chPref val="5"/>
        </dgm:presLayoutVars>
      </dgm:prSet>
      <dgm:spPr/>
    </dgm:pt>
    <dgm:pt modelId="{A6DA4ED0-9BBD-4C7D-975C-D878026588D8}" type="pres">
      <dgm:prSet presAssocID="{7471396E-5E0D-4F05-B030-204ED8A04EBF}" presName="Accent1" presStyleLbl="node1" presStyleIdx="0" presStyleCnt="13"/>
      <dgm:spPr/>
    </dgm:pt>
    <dgm:pt modelId="{22572360-5085-4433-BC20-D6E7852D26FA}" type="pres">
      <dgm:prSet presAssocID="{7471396E-5E0D-4F05-B030-204ED8A04EBF}" presName="Accent2" presStyleLbl="node1" presStyleIdx="1" presStyleCnt="13"/>
      <dgm:spPr/>
    </dgm:pt>
    <dgm:pt modelId="{CF1B8F50-AAB2-49C0-BF08-DBCEA2F4D078}" type="pres">
      <dgm:prSet presAssocID="{7471396E-5E0D-4F05-B030-204ED8A04EBF}" presName="Accent3" presStyleLbl="node1" presStyleIdx="2" presStyleCnt="13"/>
      <dgm:spPr/>
    </dgm:pt>
    <dgm:pt modelId="{4DAD8755-BF3D-4D3A-924D-235D7A43B3F6}" type="pres">
      <dgm:prSet presAssocID="{7471396E-5E0D-4F05-B030-204ED8A04EBF}" presName="Accent4" presStyleLbl="node1" presStyleIdx="3" presStyleCnt="13"/>
      <dgm:spPr/>
    </dgm:pt>
    <dgm:pt modelId="{D9ACA4A6-F918-48DB-96F0-B49EC43467F6}" type="pres">
      <dgm:prSet presAssocID="{7471396E-5E0D-4F05-B030-204ED8A04EBF}" presName="Accent5" presStyleLbl="node1" presStyleIdx="4" presStyleCnt="13"/>
      <dgm:spPr/>
    </dgm:pt>
    <dgm:pt modelId="{178DB9E5-D949-41EB-9FBB-EEA0A37D6900}" type="pres">
      <dgm:prSet presAssocID="{7471396E-5E0D-4F05-B030-204ED8A04EBF}" presName="Accent6" presStyleLbl="node1" presStyleIdx="5" presStyleCnt="13"/>
      <dgm:spPr/>
    </dgm:pt>
    <dgm:pt modelId="{08A16AD9-A3E9-4655-A9A4-B7B6016D64B9}" type="pres">
      <dgm:prSet presAssocID="{58F42542-F23C-4DB4-A948-D51050DCC518}" presName="Child1" presStyleLbl="node1" presStyleIdx="6" presStyleCnt="13">
        <dgm:presLayoutVars>
          <dgm:chMax val="0"/>
          <dgm:chPref val="0"/>
        </dgm:presLayoutVars>
      </dgm:prSet>
      <dgm:spPr/>
    </dgm:pt>
    <dgm:pt modelId="{12238280-13A8-409D-9E82-C5E12551D70A}" type="pres">
      <dgm:prSet presAssocID="{58F42542-F23C-4DB4-A948-D51050DCC518}" presName="Accent7" presStyleCnt="0"/>
      <dgm:spPr/>
    </dgm:pt>
    <dgm:pt modelId="{B86BAAD6-C908-4C45-B18E-5C588284EA45}" type="pres">
      <dgm:prSet presAssocID="{58F42542-F23C-4DB4-A948-D51050DCC518}" presName="AccentHold1" presStyleLbl="node1" presStyleIdx="7" presStyleCnt="13"/>
      <dgm:spPr/>
    </dgm:pt>
    <dgm:pt modelId="{19D85D1C-5DD2-4656-8CD1-1027D71A6E13}" type="pres">
      <dgm:prSet presAssocID="{58F42542-F23C-4DB4-A948-D51050DCC518}" presName="Accent8" presStyleCnt="0"/>
      <dgm:spPr/>
    </dgm:pt>
    <dgm:pt modelId="{5C23FFDB-CC4F-4C3C-906E-D635B1C4C5F2}" type="pres">
      <dgm:prSet presAssocID="{58F42542-F23C-4DB4-A948-D51050DCC518}" presName="AccentHold2" presStyleLbl="node1" presStyleIdx="8" presStyleCnt="13"/>
      <dgm:spPr/>
    </dgm:pt>
    <dgm:pt modelId="{92693448-0161-407E-AFB2-A23825120CE3}" type="pres">
      <dgm:prSet presAssocID="{2240AA3B-FCA1-41D4-8E2F-AD2F66AB788D}" presName="Child2" presStyleLbl="node1" presStyleIdx="9" presStyleCnt="13">
        <dgm:presLayoutVars>
          <dgm:chMax val="0"/>
          <dgm:chPref val="0"/>
        </dgm:presLayoutVars>
      </dgm:prSet>
      <dgm:spPr/>
    </dgm:pt>
    <dgm:pt modelId="{ABB0C4F4-10A2-4EE4-BEF1-D3164A946CD3}" type="pres">
      <dgm:prSet presAssocID="{2240AA3B-FCA1-41D4-8E2F-AD2F66AB788D}" presName="Accent9" presStyleCnt="0"/>
      <dgm:spPr/>
    </dgm:pt>
    <dgm:pt modelId="{73249667-6BFF-401F-B2CA-B850D1AB3F86}" type="pres">
      <dgm:prSet presAssocID="{2240AA3B-FCA1-41D4-8E2F-AD2F66AB788D}" presName="AccentHold1" presStyleLbl="node1" presStyleIdx="10" presStyleCnt="13"/>
      <dgm:spPr/>
    </dgm:pt>
    <dgm:pt modelId="{9D145BE7-A606-4A0E-8613-588427F825D6}" type="pres">
      <dgm:prSet presAssocID="{2240AA3B-FCA1-41D4-8E2F-AD2F66AB788D}" presName="Accent10" presStyleCnt="0"/>
      <dgm:spPr/>
    </dgm:pt>
    <dgm:pt modelId="{20E48FD7-9899-47C9-A935-6979EC49423A}" type="pres">
      <dgm:prSet presAssocID="{2240AA3B-FCA1-41D4-8E2F-AD2F66AB788D}" presName="AccentHold2" presStyleLbl="node1" presStyleIdx="11" presStyleCnt="13"/>
      <dgm:spPr/>
    </dgm:pt>
    <dgm:pt modelId="{14BB48ED-CC4E-4E46-BD17-5CAB0EB47827}" type="pres">
      <dgm:prSet presAssocID="{2240AA3B-FCA1-41D4-8E2F-AD2F66AB788D}" presName="Accent11" presStyleCnt="0"/>
      <dgm:spPr/>
    </dgm:pt>
    <dgm:pt modelId="{D1BCF55E-D5B9-4B39-8C73-D78A3D0593C2}" type="pres">
      <dgm:prSet presAssocID="{2240AA3B-FCA1-41D4-8E2F-AD2F66AB788D}" presName="AccentHold3" presStyleLbl="node1" presStyleIdx="12" presStyleCnt="13"/>
      <dgm:spPr/>
    </dgm:pt>
  </dgm:ptLst>
  <dgm:cxnLst>
    <dgm:cxn modelId="{7DCE3112-F355-4DA4-AA3E-F5C19DA6482D}" type="presOf" srcId="{0BA52107-39E8-4576-8780-3304CAA4FC93}" destId="{EF438D1E-71C4-46ED-A3DE-5A1F3C392B2C}" srcOrd="0" destOrd="0" presId="urn:microsoft.com/office/officeart/2009/3/layout/CircleRelationship"/>
    <dgm:cxn modelId="{4F40101E-A594-4933-AF09-42E2269BF22A}" srcId="{7471396E-5E0D-4F05-B030-204ED8A04EBF}" destId="{58F42542-F23C-4DB4-A948-D51050DCC518}" srcOrd="0" destOrd="0" parTransId="{DF88BC88-0362-4EE1-AA74-D1FC3E90A55A}" sibTransId="{51E03D46-8EF8-4E29-95DF-2C38A2A4E337}"/>
    <dgm:cxn modelId="{1B9DA36A-A6DD-4151-AFF0-CE5FB1FA3C84}" type="presOf" srcId="{58F42542-F23C-4DB4-A948-D51050DCC518}" destId="{08A16AD9-A3E9-4655-A9A4-B7B6016D64B9}" srcOrd="0" destOrd="0" presId="urn:microsoft.com/office/officeart/2009/3/layout/CircleRelationship"/>
    <dgm:cxn modelId="{AA71DE93-B120-4F6D-B70A-CBB82CDFB415}" srcId="{7471396E-5E0D-4F05-B030-204ED8A04EBF}" destId="{2240AA3B-FCA1-41D4-8E2F-AD2F66AB788D}" srcOrd="1" destOrd="0" parTransId="{9DA39743-962F-4A96-A263-286C42AAC07F}" sibTransId="{CF59EC4B-43E9-48B5-82A1-051EE30F547D}"/>
    <dgm:cxn modelId="{4C61EFAD-B7FD-4775-9C6E-D3AD3B3AAC17}" type="presOf" srcId="{2240AA3B-FCA1-41D4-8E2F-AD2F66AB788D}" destId="{92693448-0161-407E-AFB2-A23825120CE3}" srcOrd="0" destOrd="0" presId="urn:microsoft.com/office/officeart/2009/3/layout/CircleRelationship"/>
    <dgm:cxn modelId="{F64703B4-E11E-4DEA-B55E-EEA6B0B65862}" srcId="{0BA52107-39E8-4576-8780-3304CAA4FC93}" destId="{7471396E-5E0D-4F05-B030-204ED8A04EBF}" srcOrd="0" destOrd="0" parTransId="{BB596DA0-EBCC-4D63-9F2B-C5B2ECB5E63D}" sibTransId="{6CB3E3D3-A849-4318-92F0-B4C403AA6251}"/>
    <dgm:cxn modelId="{7DD19AC2-0E7D-42EF-91E1-75A348D0EB33}" type="presOf" srcId="{7471396E-5E0D-4F05-B030-204ED8A04EBF}" destId="{00AE08E6-73CC-4573-B71C-56304B469124}" srcOrd="0" destOrd="0" presId="urn:microsoft.com/office/officeart/2009/3/layout/CircleRelationship"/>
    <dgm:cxn modelId="{4DC7A7A3-A3F2-40CD-87D0-175B0EB40517}" type="presParOf" srcId="{EF438D1E-71C4-46ED-A3DE-5A1F3C392B2C}" destId="{00AE08E6-73CC-4573-B71C-56304B469124}" srcOrd="0" destOrd="0" presId="urn:microsoft.com/office/officeart/2009/3/layout/CircleRelationship"/>
    <dgm:cxn modelId="{F15366B9-AE4C-43E7-BC54-F0EE57617485}" type="presParOf" srcId="{EF438D1E-71C4-46ED-A3DE-5A1F3C392B2C}" destId="{A6DA4ED0-9BBD-4C7D-975C-D878026588D8}" srcOrd="1" destOrd="0" presId="urn:microsoft.com/office/officeart/2009/3/layout/CircleRelationship"/>
    <dgm:cxn modelId="{3DD7AA6C-FF11-4B25-B37E-B30CDE1827C0}" type="presParOf" srcId="{EF438D1E-71C4-46ED-A3DE-5A1F3C392B2C}" destId="{22572360-5085-4433-BC20-D6E7852D26FA}" srcOrd="2" destOrd="0" presId="urn:microsoft.com/office/officeart/2009/3/layout/CircleRelationship"/>
    <dgm:cxn modelId="{3BCEB349-7855-4DD6-AD00-B57EF29FAEE3}" type="presParOf" srcId="{EF438D1E-71C4-46ED-A3DE-5A1F3C392B2C}" destId="{CF1B8F50-AAB2-49C0-BF08-DBCEA2F4D078}" srcOrd="3" destOrd="0" presId="urn:microsoft.com/office/officeart/2009/3/layout/CircleRelationship"/>
    <dgm:cxn modelId="{1ED957F4-CC3A-4B09-9AD3-E8D117261F99}" type="presParOf" srcId="{EF438D1E-71C4-46ED-A3DE-5A1F3C392B2C}" destId="{4DAD8755-BF3D-4D3A-924D-235D7A43B3F6}" srcOrd="4" destOrd="0" presId="urn:microsoft.com/office/officeart/2009/3/layout/CircleRelationship"/>
    <dgm:cxn modelId="{DCDA37E7-D07C-469D-85A5-2678FF842984}" type="presParOf" srcId="{EF438D1E-71C4-46ED-A3DE-5A1F3C392B2C}" destId="{D9ACA4A6-F918-48DB-96F0-B49EC43467F6}" srcOrd="5" destOrd="0" presId="urn:microsoft.com/office/officeart/2009/3/layout/CircleRelationship"/>
    <dgm:cxn modelId="{EC616393-D17A-4573-B525-5AD49EA5A46F}" type="presParOf" srcId="{EF438D1E-71C4-46ED-A3DE-5A1F3C392B2C}" destId="{178DB9E5-D949-41EB-9FBB-EEA0A37D6900}" srcOrd="6" destOrd="0" presId="urn:microsoft.com/office/officeart/2009/3/layout/CircleRelationship"/>
    <dgm:cxn modelId="{09F442AF-09EB-45CE-A9ED-208D2F4A243F}" type="presParOf" srcId="{EF438D1E-71C4-46ED-A3DE-5A1F3C392B2C}" destId="{08A16AD9-A3E9-4655-A9A4-B7B6016D64B9}" srcOrd="7" destOrd="0" presId="urn:microsoft.com/office/officeart/2009/3/layout/CircleRelationship"/>
    <dgm:cxn modelId="{BD925076-E672-4450-BC17-683F001A8C20}" type="presParOf" srcId="{EF438D1E-71C4-46ED-A3DE-5A1F3C392B2C}" destId="{12238280-13A8-409D-9E82-C5E12551D70A}" srcOrd="8" destOrd="0" presId="urn:microsoft.com/office/officeart/2009/3/layout/CircleRelationship"/>
    <dgm:cxn modelId="{0A52E38D-8827-485B-A79C-27C8F92FA273}" type="presParOf" srcId="{12238280-13A8-409D-9E82-C5E12551D70A}" destId="{B86BAAD6-C908-4C45-B18E-5C588284EA45}" srcOrd="0" destOrd="0" presId="urn:microsoft.com/office/officeart/2009/3/layout/CircleRelationship"/>
    <dgm:cxn modelId="{2BEFE1DC-D5B8-41A5-A790-AA433588FCB0}" type="presParOf" srcId="{EF438D1E-71C4-46ED-A3DE-5A1F3C392B2C}" destId="{19D85D1C-5DD2-4656-8CD1-1027D71A6E13}" srcOrd="9" destOrd="0" presId="urn:microsoft.com/office/officeart/2009/3/layout/CircleRelationship"/>
    <dgm:cxn modelId="{69854565-9615-488D-B65E-BF11C8432335}" type="presParOf" srcId="{19D85D1C-5DD2-4656-8CD1-1027D71A6E13}" destId="{5C23FFDB-CC4F-4C3C-906E-D635B1C4C5F2}" srcOrd="0" destOrd="0" presId="urn:microsoft.com/office/officeart/2009/3/layout/CircleRelationship"/>
    <dgm:cxn modelId="{08DB7494-1DA3-45E2-AFAF-A57CC55DD9EA}" type="presParOf" srcId="{EF438D1E-71C4-46ED-A3DE-5A1F3C392B2C}" destId="{92693448-0161-407E-AFB2-A23825120CE3}" srcOrd="10" destOrd="0" presId="urn:microsoft.com/office/officeart/2009/3/layout/CircleRelationship"/>
    <dgm:cxn modelId="{2451ADE2-2986-45F6-8BC3-EA1A8EA4E96F}" type="presParOf" srcId="{EF438D1E-71C4-46ED-A3DE-5A1F3C392B2C}" destId="{ABB0C4F4-10A2-4EE4-BEF1-D3164A946CD3}" srcOrd="11" destOrd="0" presId="urn:microsoft.com/office/officeart/2009/3/layout/CircleRelationship"/>
    <dgm:cxn modelId="{A05AF471-F363-4E5A-9E44-876478FF2C38}" type="presParOf" srcId="{ABB0C4F4-10A2-4EE4-BEF1-D3164A946CD3}" destId="{73249667-6BFF-401F-B2CA-B850D1AB3F86}" srcOrd="0" destOrd="0" presId="urn:microsoft.com/office/officeart/2009/3/layout/CircleRelationship"/>
    <dgm:cxn modelId="{CCA5D722-6925-42FA-A96B-9617BF0441A1}" type="presParOf" srcId="{EF438D1E-71C4-46ED-A3DE-5A1F3C392B2C}" destId="{9D145BE7-A606-4A0E-8613-588427F825D6}" srcOrd="12" destOrd="0" presId="urn:microsoft.com/office/officeart/2009/3/layout/CircleRelationship"/>
    <dgm:cxn modelId="{876A7F1B-705B-4920-AB72-9C9F47F015E5}" type="presParOf" srcId="{9D145BE7-A606-4A0E-8613-588427F825D6}" destId="{20E48FD7-9899-47C9-A935-6979EC49423A}" srcOrd="0" destOrd="0" presId="urn:microsoft.com/office/officeart/2009/3/layout/CircleRelationship"/>
    <dgm:cxn modelId="{A5811745-4A40-41EA-9ADC-8DDDBD2B4DEB}" type="presParOf" srcId="{EF438D1E-71C4-46ED-A3DE-5A1F3C392B2C}" destId="{14BB48ED-CC4E-4E46-BD17-5CAB0EB47827}" srcOrd="13" destOrd="0" presId="urn:microsoft.com/office/officeart/2009/3/layout/CircleRelationship"/>
    <dgm:cxn modelId="{E7500EE3-D4BD-4A73-A24A-89D7004D6268}" type="presParOf" srcId="{14BB48ED-CC4E-4E46-BD17-5CAB0EB47827}" destId="{D1BCF55E-D5B9-4B39-8C73-D78A3D0593C2}" srcOrd="0" destOrd="0" presId="urn:microsoft.com/office/officeart/2009/3/layout/CircleRelationship"/>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08316A3-21A6-4F0E-A3E9-FE28C2D9C511}" type="doc">
      <dgm:prSet loTypeId="urn:microsoft.com/office/officeart/2005/8/layout/process1" loCatId="process" qsTypeId="urn:microsoft.com/office/officeart/2005/8/quickstyle/3d9#1" qsCatId="3D" csTypeId="urn:microsoft.com/office/officeart/2005/8/colors/accent6_2" csCatId="accent6" phldr="1"/>
      <dgm:spPr/>
      <dgm:t>
        <a:bodyPr/>
        <a:lstStyle/>
        <a:p>
          <a:endParaRPr lang="en-US"/>
        </a:p>
      </dgm:t>
    </dgm:pt>
    <dgm:pt modelId="{73A088B3-8584-4A55-B192-2C68ABDC89A1}">
      <dgm:prSet phldrT="[Text]" phldr="0"/>
      <dgm:spPr/>
      <dgm:t>
        <a:bodyPr/>
        <a:lstStyle/>
        <a:p>
          <a:r>
            <a:rPr lang="en-US" dirty="0"/>
            <a:t>Scrape</a:t>
          </a:r>
        </a:p>
      </dgm:t>
    </dgm:pt>
    <dgm:pt modelId="{2147BA24-A2B7-430A-85DE-99F9244FAFBE}" type="parTrans" cxnId="{344C9301-DF66-4D00-8B49-B91BC968C8DB}">
      <dgm:prSet/>
      <dgm:spPr/>
      <dgm:t>
        <a:bodyPr/>
        <a:lstStyle/>
        <a:p>
          <a:endParaRPr lang="en-US"/>
        </a:p>
      </dgm:t>
    </dgm:pt>
    <dgm:pt modelId="{F0DE13DC-36F5-4CE8-8767-611125A3D13A}" type="sibTrans" cxnId="{344C9301-DF66-4D00-8B49-B91BC968C8DB}">
      <dgm:prSet/>
      <dgm:spPr/>
      <dgm:t>
        <a:bodyPr/>
        <a:lstStyle/>
        <a:p>
          <a:endParaRPr lang="en-US"/>
        </a:p>
      </dgm:t>
    </dgm:pt>
    <dgm:pt modelId="{08795A9A-39FD-45CC-9B17-C8C8B66992D1}">
      <dgm:prSet phldrT="[Text]" phldr="0"/>
      <dgm:spPr/>
      <dgm:t>
        <a:bodyPr/>
        <a:lstStyle/>
        <a:p>
          <a:r>
            <a:rPr lang="en-US" dirty="0"/>
            <a:t>Chunk</a:t>
          </a:r>
        </a:p>
      </dgm:t>
    </dgm:pt>
    <dgm:pt modelId="{473DA7F4-6A22-4BBD-BA6D-EA39182903A5}" type="parTrans" cxnId="{8088E049-F88C-41D6-B821-FC8F2087EBBF}">
      <dgm:prSet/>
      <dgm:spPr/>
      <dgm:t>
        <a:bodyPr/>
        <a:lstStyle/>
        <a:p>
          <a:endParaRPr lang="en-US"/>
        </a:p>
      </dgm:t>
    </dgm:pt>
    <dgm:pt modelId="{C39286FF-377D-4A86-B5C9-24A6D23BF274}" type="sibTrans" cxnId="{8088E049-F88C-41D6-B821-FC8F2087EBBF}">
      <dgm:prSet/>
      <dgm:spPr/>
      <dgm:t>
        <a:bodyPr/>
        <a:lstStyle/>
        <a:p>
          <a:endParaRPr lang="en-US"/>
        </a:p>
      </dgm:t>
    </dgm:pt>
    <dgm:pt modelId="{3B1CD237-A272-43D3-B7A0-5DACB1F27807}">
      <dgm:prSet phldrT="[Text]" phldr="0"/>
      <dgm:spPr/>
      <dgm:t>
        <a:bodyPr/>
        <a:lstStyle/>
        <a:p>
          <a:r>
            <a:rPr lang="en-US" dirty="0"/>
            <a:t>Embed</a:t>
          </a:r>
        </a:p>
      </dgm:t>
    </dgm:pt>
    <dgm:pt modelId="{DC42375E-C300-4FE1-8E85-E5CFFFD553B9}" type="parTrans" cxnId="{6D502BA3-F0B9-4410-B393-822313A591AD}">
      <dgm:prSet/>
      <dgm:spPr/>
      <dgm:t>
        <a:bodyPr/>
        <a:lstStyle/>
        <a:p>
          <a:endParaRPr lang="en-US"/>
        </a:p>
      </dgm:t>
    </dgm:pt>
    <dgm:pt modelId="{324FA2B5-4FAF-48A8-8013-A83D4CF552C6}" type="sibTrans" cxnId="{6D502BA3-F0B9-4410-B393-822313A591AD}">
      <dgm:prSet/>
      <dgm:spPr/>
      <dgm:t>
        <a:bodyPr/>
        <a:lstStyle/>
        <a:p>
          <a:endParaRPr lang="en-US"/>
        </a:p>
      </dgm:t>
    </dgm:pt>
    <dgm:pt modelId="{6D06476E-098B-4FBF-B6E9-D426B067DEE2}" type="pres">
      <dgm:prSet presAssocID="{008316A3-21A6-4F0E-A3E9-FE28C2D9C511}" presName="Name0" presStyleCnt="0">
        <dgm:presLayoutVars>
          <dgm:dir/>
          <dgm:resizeHandles val="exact"/>
        </dgm:presLayoutVars>
      </dgm:prSet>
      <dgm:spPr/>
    </dgm:pt>
    <dgm:pt modelId="{005BAA7F-9E33-45EE-AF51-034888971E92}" type="pres">
      <dgm:prSet presAssocID="{73A088B3-8584-4A55-B192-2C68ABDC89A1}" presName="node" presStyleLbl="node1" presStyleIdx="0" presStyleCnt="3">
        <dgm:presLayoutVars>
          <dgm:bulletEnabled val="1"/>
        </dgm:presLayoutVars>
      </dgm:prSet>
      <dgm:spPr/>
    </dgm:pt>
    <dgm:pt modelId="{10BD7ABE-FAE1-47DF-B8CC-588111007C1E}" type="pres">
      <dgm:prSet presAssocID="{F0DE13DC-36F5-4CE8-8767-611125A3D13A}" presName="sibTrans" presStyleLbl="sibTrans2D1" presStyleIdx="0" presStyleCnt="2"/>
      <dgm:spPr/>
    </dgm:pt>
    <dgm:pt modelId="{8808323E-F009-491F-9ECD-0AFD09715AFB}" type="pres">
      <dgm:prSet presAssocID="{F0DE13DC-36F5-4CE8-8767-611125A3D13A}" presName="connectorText" presStyleLbl="sibTrans2D1" presStyleIdx="0" presStyleCnt="2"/>
      <dgm:spPr/>
    </dgm:pt>
    <dgm:pt modelId="{2E17B990-8613-49B6-AF72-1051257F909A}" type="pres">
      <dgm:prSet presAssocID="{08795A9A-39FD-45CC-9B17-C8C8B66992D1}" presName="node" presStyleLbl="node1" presStyleIdx="1" presStyleCnt="3">
        <dgm:presLayoutVars>
          <dgm:bulletEnabled val="1"/>
        </dgm:presLayoutVars>
      </dgm:prSet>
      <dgm:spPr/>
    </dgm:pt>
    <dgm:pt modelId="{F47CDD83-E97B-4026-BE72-C4A3A56792D6}" type="pres">
      <dgm:prSet presAssocID="{C39286FF-377D-4A86-B5C9-24A6D23BF274}" presName="sibTrans" presStyleLbl="sibTrans2D1" presStyleIdx="1" presStyleCnt="2"/>
      <dgm:spPr/>
    </dgm:pt>
    <dgm:pt modelId="{FD67F9CD-BAC8-449D-811E-0945BD824917}" type="pres">
      <dgm:prSet presAssocID="{C39286FF-377D-4A86-B5C9-24A6D23BF274}" presName="connectorText" presStyleLbl="sibTrans2D1" presStyleIdx="1" presStyleCnt="2"/>
      <dgm:spPr/>
    </dgm:pt>
    <dgm:pt modelId="{543024E2-7749-482A-8AFA-BAF31E7DD926}" type="pres">
      <dgm:prSet presAssocID="{3B1CD237-A272-43D3-B7A0-5DACB1F27807}" presName="node" presStyleLbl="node1" presStyleIdx="2" presStyleCnt="3">
        <dgm:presLayoutVars>
          <dgm:bulletEnabled val="1"/>
        </dgm:presLayoutVars>
      </dgm:prSet>
      <dgm:spPr/>
    </dgm:pt>
  </dgm:ptLst>
  <dgm:cxnLst>
    <dgm:cxn modelId="{344C9301-DF66-4D00-8B49-B91BC968C8DB}" srcId="{008316A3-21A6-4F0E-A3E9-FE28C2D9C511}" destId="{73A088B3-8584-4A55-B192-2C68ABDC89A1}" srcOrd="0" destOrd="0" parTransId="{2147BA24-A2B7-430A-85DE-99F9244FAFBE}" sibTransId="{F0DE13DC-36F5-4CE8-8767-611125A3D13A}"/>
    <dgm:cxn modelId="{C3532046-A5D3-4712-84EB-BA09C2FABC7C}" type="presOf" srcId="{C39286FF-377D-4A86-B5C9-24A6D23BF274}" destId="{F47CDD83-E97B-4026-BE72-C4A3A56792D6}" srcOrd="0" destOrd="0" presId="urn:microsoft.com/office/officeart/2005/8/layout/process1"/>
    <dgm:cxn modelId="{8088E049-F88C-41D6-B821-FC8F2087EBBF}" srcId="{008316A3-21A6-4F0E-A3E9-FE28C2D9C511}" destId="{08795A9A-39FD-45CC-9B17-C8C8B66992D1}" srcOrd="1" destOrd="0" parTransId="{473DA7F4-6A22-4BBD-BA6D-EA39182903A5}" sibTransId="{C39286FF-377D-4A86-B5C9-24A6D23BF274}"/>
    <dgm:cxn modelId="{25A6FB6D-D976-43BF-A71F-71B81FB33938}" type="presOf" srcId="{F0DE13DC-36F5-4CE8-8767-611125A3D13A}" destId="{10BD7ABE-FAE1-47DF-B8CC-588111007C1E}" srcOrd="0" destOrd="0" presId="urn:microsoft.com/office/officeart/2005/8/layout/process1"/>
    <dgm:cxn modelId="{010B665A-AA80-46A8-B6B3-B3A0AC4C7527}" type="presOf" srcId="{008316A3-21A6-4F0E-A3E9-FE28C2D9C511}" destId="{6D06476E-098B-4FBF-B6E9-D426B067DEE2}" srcOrd="0" destOrd="0" presId="urn:microsoft.com/office/officeart/2005/8/layout/process1"/>
    <dgm:cxn modelId="{22C6E58F-FCB3-4516-ABFC-61B0B8DA977A}" type="presOf" srcId="{73A088B3-8584-4A55-B192-2C68ABDC89A1}" destId="{005BAA7F-9E33-45EE-AF51-034888971E92}" srcOrd="0" destOrd="0" presId="urn:microsoft.com/office/officeart/2005/8/layout/process1"/>
    <dgm:cxn modelId="{13EC2F91-2018-4E6E-B3DB-18AB0C1E41A7}" type="presOf" srcId="{08795A9A-39FD-45CC-9B17-C8C8B66992D1}" destId="{2E17B990-8613-49B6-AF72-1051257F909A}" srcOrd="0" destOrd="0" presId="urn:microsoft.com/office/officeart/2005/8/layout/process1"/>
    <dgm:cxn modelId="{6D502BA3-F0B9-4410-B393-822313A591AD}" srcId="{008316A3-21A6-4F0E-A3E9-FE28C2D9C511}" destId="{3B1CD237-A272-43D3-B7A0-5DACB1F27807}" srcOrd="2" destOrd="0" parTransId="{DC42375E-C300-4FE1-8E85-E5CFFFD553B9}" sibTransId="{324FA2B5-4FAF-48A8-8013-A83D4CF552C6}"/>
    <dgm:cxn modelId="{195C8BA3-F37E-4298-94AC-B9945555471F}" type="presOf" srcId="{F0DE13DC-36F5-4CE8-8767-611125A3D13A}" destId="{8808323E-F009-491F-9ECD-0AFD09715AFB}" srcOrd="1" destOrd="0" presId="urn:microsoft.com/office/officeart/2005/8/layout/process1"/>
    <dgm:cxn modelId="{F3D870B4-6F4B-454C-993B-8250414F6746}" type="presOf" srcId="{C39286FF-377D-4A86-B5C9-24A6D23BF274}" destId="{FD67F9CD-BAC8-449D-811E-0945BD824917}" srcOrd="1" destOrd="0" presId="urn:microsoft.com/office/officeart/2005/8/layout/process1"/>
    <dgm:cxn modelId="{0870E7D6-1EC8-46EC-AEB4-E8CD57AF5880}" type="presOf" srcId="{3B1CD237-A272-43D3-B7A0-5DACB1F27807}" destId="{543024E2-7749-482A-8AFA-BAF31E7DD926}" srcOrd="0" destOrd="0" presId="urn:microsoft.com/office/officeart/2005/8/layout/process1"/>
    <dgm:cxn modelId="{63F4915A-B0F0-4A0A-9B07-D03D17B6CC5A}" type="presParOf" srcId="{6D06476E-098B-4FBF-B6E9-D426B067DEE2}" destId="{005BAA7F-9E33-45EE-AF51-034888971E92}" srcOrd="0" destOrd="0" presId="urn:microsoft.com/office/officeart/2005/8/layout/process1"/>
    <dgm:cxn modelId="{E14A775A-4978-4A47-99E8-79684A523F75}" type="presParOf" srcId="{6D06476E-098B-4FBF-B6E9-D426B067DEE2}" destId="{10BD7ABE-FAE1-47DF-B8CC-588111007C1E}" srcOrd="1" destOrd="0" presId="urn:microsoft.com/office/officeart/2005/8/layout/process1"/>
    <dgm:cxn modelId="{68BD994E-4D46-4A41-BD5A-33D7A1038AB1}" type="presParOf" srcId="{10BD7ABE-FAE1-47DF-B8CC-588111007C1E}" destId="{8808323E-F009-491F-9ECD-0AFD09715AFB}" srcOrd="0" destOrd="0" presId="urn:microsoft.com/office/officeart/2005/8/layout/process1"/>
    <dgm:cxn modelId="{35C4F8C6-B0CF-4D2E-B176-52FC3C7BCABF}" type="presParOf" srcId="{6D06476E-098B-4FBF-B6E9-D426B067DEE2}" destId="{2E17B990-8613-49B6-AF72-1051257F909A}" srcOrd="2" destOrd="0" presId="urn:microsoft.com/office/officeart/2005/8/layout/process1"/>
    <dgm:cxn modelId="{848F82BC-2A29-4F35-8F9A-C6021C48450C}" type="presParOf" srcId="{6D06476E-098B-4FBF-B6E9-D426B067DEE2}" destId="{F47CDD83-E97B-4026-BE72-C4A3A56792D6}" srcOrd="3" destOrd="0" presId="urn:microsoft.com/office/officeart/2005/8/layout/process1"/>
    <dgm:cxn modelId="{DAC28A61-2C23-40AD-8FDF-A9E94CAA557F}" type="presParOf" srcId="{F47CDD83-E97B-4026-BE72-C4A3A56792D6}" destId="{FD67F9CD-BAC8-449D-811E-0945BD824917}" srcOrd="0" destOrd="0" presId="urn:microsoft.com/office/officeart/2005/8/layout/process1"/>
    <dgm:cxn modelId="{B6E12031-1FE9-4E8B-9177-85A25D86F1E5}" type="presParOf" srcId="{6D06476E-098B-4FBF-B6E9-D426B067DEE2}" destId="{543024E2-7749-482A-8AFA-BAF31E7DD926}"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08316A3-21A6-4F0E-A3E9-FE28C2D9C511}" type="doc">
      <dgm:prSet loTypeId="urn:microsoft.com/office/officeart/2005/8/layout/process1" loCatId="process" qsTypeId="urn:microsoft.com/office/officeart/2005/8/quickstyle/3d9#2" qsCatId="3D" csTypeId="urn:microsoft.com/office/officeart/2005/8/colors/accent6_2" csCatId="accent6" phldr="1"/>
      <dgm:spPr/>
      <dgm:t>
        <a:bodyPr/>
        <a:lstStyle/>
        <a:p>
          <a:endParaRPr lang="en-US"/>
        </a:p>
      </dgm:t>
    </dgm:pt>
    <dgm:pt modelId="{73A088B3-8584-4A55-B192-2C68ABDC89A1}">
      <dgm:prSet phldrT="[Text]" phldr="0"/>
      <dgm:spPr>
        <a:solidFill>
          <a:srgbClr val="92D050"/>
        </a:solidFill>
      </dgm:spPr>
      <dgm:t>
        <a:bodyPr/>
        <a:lstStyle/>
        <a:p>
          <a:r>
            <a:rPr lang="en-US" dirty="0"/>
            <a:t>Prompt</a:t>
          </a:r>
        </a:p>
      </dgm:t>
    </dgm:pt>
    <dgm:pt modelId="{2147BA24-A2B7-430A-85DE-99F9244FAFBE}" type="parTrans" cxnId="{344C9301-DF66-4D00-8B49-B91BC968C8DB}">
      <dgm:prSet/>
      <dgm:spPr/>
      <dgm:t>
        <a:bodyPr/>
        <a:lstStyle/>
        <a:p>
          <a:endParaRPr lang="en-US"/>
        </a:p>
      </dgm:t>
    </dgm:pt>
    <dgm:pt modelId="{F0DE13DC-36F5-4CE8-8767-611125A3D13A}" type="sibTrans" cxnId="{344C9301-DF66-4D00-8B49-B91BC968C8DB}">
      <dgm:prSet/>
      <dgm:spPr/>
      <dgm:t>
        <a:bodyPr/>
        <a:lstStyle/>
        <a:p>
          <a:endParaRPr lang="en-US"/>
        </a:p>
      </dgm:t>
    </dgm:pt>
    <dgm:pt modelId="{08795A9A-39FD-45CC-9B17-C8C8B66992D1}">
      <dgm:prSet phldrT="[Text]" phldr="0"/>
      <dgm:spPr/>
      <dgm:t>
        <a:bodyPr/>
        <a:lstStyle/>
        <a:p>
          <a:r>
            <a:rPr lang="en-US" dirty="0"/>
            <a:t>Embed</a:t>
          </a:r>
        </a:p>
      </dgm:t>
    </dgm:pt>
    <dgm:pt modelId="{473DA7F4-6A22-4BBD-BA6D-EA39182903A5}" type="parTrans" cxnId="{8088E049-F88C-41D6-B821-FC8F2087EBBF}">
      <dgm:prSet/>
      <dgm:spPr/>
      <dgm:t>
        <a:bodyPr/>
        <a:lstStyle/>
        <a:p>
          <a:endParaRPr lang="en-US"/>
        </a:p>
      </dgm:t>
    </dgm:pt>
    <dgm:pt modelId="{C39286FF-377D-4A86-B5C9-24A6D23BF274}" type="sibTrans" cxnId="{8088E049-F88C-41D6-B821-FC8F2087EBBF}">
      <dgm:prSet/>
      <dgm:spPr/>
      <dgm:t>
        <a:bodyPr/>
        <a:lstStyle/>
        <a:p>
          <a:endParaRPr lang="en-US"/>
        </a:p>
      </dgm:t>
    </dgm:pt>
    <dgm:pt modelId="{3B1CD237-A272-43D3-B7A0-5DACB1F27807}">
      <dgm:prSet phldrT="[Text]" phldr="0"/>
      <dgm:spPr/>
      <dgm:t>
        <a:bodyPr/>
        <a:lstStyle/>
        <a:p>
          <a:r>
            <a:rPr lang="en-US" dirty="0"/>
            <a:t>Search</a:t>
          </a:r>
        </a:p>
      </dgm:t>
    </dgm:pt>
    <dgm:pt modelId="{DC42375E-C300-4FE1-8E85-E5CFFFD553B9}" type="parTrans" cxnId="{6D502BA3-F0B9-4410-B393-822313A591AD}">
      <dgm:prSet/>
      <dgm:spPr/>
      <dgm:t>
        <a:bodyPr/>
        <a:lstStyle/>
        <a:p>
          <a:endParaRPr lang="en-US"/>
        </a:p>
      </dgm:t>
    </dgm:pt>
    <dgm:pt modelId="{324FA2B5-4FAF-48A8-8013-A83D4CF552C6}" type="sibTrans" cxnId="{6D502BA3-F0B9-4410-B393-822313A591AD}">
      <dgm:prSet/>
      <dgm:spPr/>
      <dgm:t>
        <a:bodyPr/>
        <a:lstStyle/>
        <a:p>
          <a:endParaRPr lang="en-US"/>
        </a:p>
      </dgm:t>
    </dgm:pt>
    <dgm:pt modelId="{6D06476E-098B-4FBF-B6E9-D426B067DEE2}" type="pres">
      <dgm:prSet presAssocID="{008316A3-21A6-4F0E-A3E9-FE28C2D9C511}" presName="Name0" presStyleCnt="0">
        <dgm:presLayoutVars>
          <dgm:dir/>
          <dgm:resizeHandles val="exact"/>
        </dgm:presLayoutVars>
      </dgm:prSet>
      <dgm:spPr/>
    </dgm:pt>
    <dgm:pt modelId="{005BAA7F-9E33-45EE-AF51-034888971E92}" type="pres">
      <dgm:prSet presAssocID="{73A088B3-8584-4A55-B192-2C68ABDC89A1}" presName="node" presStyleLbl="node1" presStyleIdx="0" presStyleCnt="3">
        <dgm:presLayoutVars>
          <dgm:bulletEnabled val="1"/>
        </dgm:presLayoutVars>
      </dgm:prSet>
      <dgm:spPr/>
    </dgm:pt>
    <dgm:pt modelId="{10BD7ABE-FAE1-47DF-B8CC-588111007C1E}" type="pres">
      <dgm:prSet presAssocID="{F0DE13DC-36F5-4CE8-8767-611125A3D13A}" presName="sibTrans" presStyleLbl="sibTrans2D1" presStyleIdx="0" presStyleCnt="2"/>
      <dgm:spPr/>
    </dgm:pt>
    <dgm:pt modelId="{8808323E-F009-491F-9ECD-0AFD09715AFB}" type="pres">
      <dgm:prSet presAssocID="{F0DE13DC-36F5-4CE8-8767-611125A3D13A}" presName="connectorText" presStyleLbl="sibTrans2D1" presStyleIdx="0" presStyleCnt="2"/>
      <dgm:spPr/>
    </dgm:pt>
    <dgm:pt modelId="{2E17B990-8613-49B6-AF72-1051257F909A}" type="pres">
      <dgm:prSet presAssocID="{08795A9A-39FD-45CC-9B17-C8C8B66992D1}" presName="node" presStyleLbl="node1" presStyleIdx="1" presStyleCnt="3">
        <dgm:presLayoutVars>
          <dgm:bulletEnabled val="1"/>
        </dgm:presLayoutVars>
      </dgm:prSet>
      <dgm:spPr/>
    </dgm:pt>
    <dgm:pt modelId="{F47CDD83-E97B-4026-BE72-C4A3A56792D6}" type="pres">
      <dgm:prSet presAssocID="{C39286FF-377D-4A86-B5C9-24A6D23BF274}" presName="sibTrans" presStyleLbl="sibTrans2D1" presStyleIdx="1" presStyleCnt="2"/>
      <dgm:spPr/>
    </dgm:pt>
    <dgm:pt modelId="{FD67F9CD-BAC8-449D-811E-0945BD824917}" type="pres">
      <dgm:prSet presAssocID="{C39286FF-377D-4A86-B5C9-24A6D23BF274}" presName="connectorText" presStyleLbl="sibTrans2D1" presStyleIdx="1" presStyleCnt="2"/>
      <dgm:spPr/>
    </dgm:pt>
    <dgm:pt modelId="{543024E2-7749-482A-8AFA-BAF31E7DD926}" type="pres">
      <dgm:prSet presAssocID="{3B1CD237-A272-43D3-B7A0-5DACB1F27807}" presName="node" presStyleLbl="node1" presStyleIdx="2" presStyleCnt="3" custLinFactNeighborX="1896">
        <dgm:presLayoutVars>
          <dgm:bulletEnabled val="1"/>
        </dgm:presLayoutVars>
      </dgm:prSet>
      <dgm:spPr/>
    </dgm:pt>
  </dgm:ptLst>
  <dgm:cxnLst>
    <dgm:cxn modelId="{344C9301-DF66-4D00-8B49-B91BC968C8DB}" srcId="{008316A3-21A6-4F0E-A3E9-FE28C2D9C511}" destId="{73A088B3-8584-4A55-B192-2C68ABDC89A1}" srcOrd="0" destOrd="0" parTransId="{2147BA24-A2B7-430A-85DE-99F9244FAFBE}" sibTransId="{F0DE13DC-36F5-4CE8-8767-611125A3D13A}"/>
    <dgm:cxn modelId="{C3532046-A5D3-4712-84EB-BA09C2FABC7C}" type="presOf" srcId="{C39286FF-377D-4A86-B5C9-24A6D23BF274}" destId="{F47CDD83-E97B-4026-BE72-C4A3A56792D6}" srcOrd="0" destOrd="0" presId="urn:microsoft.com/office/officeart/2005/8/layout/process1"/>
    <dgm:cxn modelId="{8088E049-F88C-41D6-B821-FC8F2087EBBF}" srcId="{008316A3-21A6-4F0E-A3E9-FE28C2D9C511}" destId="{08795A9A-39FD-45CC-9B17-C8C8B66992D1}" srcOrd="1" destOrd="0" parTransId="{473DA7F4-6A22-4BBD-BA6D-EA39182903A5}" sibTransId="{C39286FF-377D-4A86-B5C9-24A6D23BF274}"/>
    <dgm:cxn modelId="{25A6FB6D-D976-43BF-A71F-71B81FB33938}" type="presOf" srcId="{F0DE13DC-36F5-4CE8-8767-611125A3D13A}" destId="{10BD7ABE-FAE1-47DF-B8CC-588111007C1E}" srcOrd="0" destOrd="0" presId="urn:microsoft.com/office/officeart/2005/8/layout/process1"/>
    <dgm:cxn modelId="{010B665A-AA80-46A8-B6B3-B3A0AC4C7527}" type="presOf" srcId="{008316A3-21A6-4F0E-A3E9-FE28C2D9C511}" destId="{6D06476E-098B-4FBF-B6E9-D426B067DEE2}" srcOrd="0" destOrd="0" presId="urn:microsoft.com/office/officeart/2005/8/layout/process1"/>
    <dgm:cxn modelId="{22C6E58F-FCB3-4516-ABFC-61B0B8DA977A}" type="presOf" srcId="{73A088B3-8584-4A55-B192-2C68ABDC89A1}" destId="{005BAA7F-9E33-45EE-AF51-034888971E92}" srcOrd="0" destOrd="0" presId="urn:microsoft.com/office/officeart/2005/8/layout/process1"/>
    <dgm:cxn modelId="{13EC2F91-2018-4E6E-B3DB-18AB0C1E41A7}" type="presOf" srcId="{08795A9A-39FD-45CC-9B17-C8C8B66992D1}" destId="{2E17B990-8613-49B6-AF72-1051257F909A}" srcOrd="0" destOrd="0" presId="urn:microsoft.com/office/officeart/2005/8/layout/process1"/>
    <dgm:cxn modelId="{6D502BA3-F0B9-4410-B393-822313A591AD}" srcId="{008316A3-21A6-4F0E-A3E9-FE28C2D9C511}" destId="{3B1CD237-A272-43D3-B7A0-5DACB1F27807}" srcOrd="2" destOrd="0" parTransId="{DC42375E-C300-4FE1-8E85-E5CFFFD553B9}" sibTransId="{324FA2B5-4FAF-48A8-8013-A83D4CF552C6}"/>
    <dgm:cxn modelId="{195C8BA3-F37E-4298-94AC-B9945555471F}" type="presOf" srcId="{F0DE13DC-36F5-4CE8-8767-611125A3D13A}" destId="{8808323E-F009-491F-9ECD-0AFD09715AFB}" srcOrd="1" destOrd="0" presId="urn:microsoft.com/office/officeart/2005/8/layout/process1"/>
    <dgm:cxn modelId="{F3D870B4-6F4B-454C-993B-8250414F6746}" type="presOf" srcId="{C39286FF-377D-4A86-B5C9-24A6D23BF274}" destId="{FD67F9CD-BAC8-449D-811E-0945BD824917}" srcOrd="1" destOrd="0" presId="urn:microsoft.com/office/officeart/2005/8/layout/process1"/>
    <dgm:cxn modelId="{0870E7D6-1EC8-46EC-AEB4-E8CD57AF5880}" type="presOf" srcId="{3B1CD237-A272-43D3-B7A0-5DACB1F27807}" destId="{543024E2-7749-482A-8AFA-BAF31E7DD926}" srcOrd="0" destOrd="0" presId="urn:microsoft.com/office/officeart/2005/8/layout/process1"/>
    <dgm:cxn modelId="{63F4915A-B0F0-4A0A-9B07-D03D17B6CC5A}" type="presParOf" srcId="{6D06476E-098B-4FBF-B6E9-D426B067DEE2}" destId="{005BAA7F-9E33-45EE-AF51-034888971E92}" srcOrd="0" destOrd="0" presId="urn:microsoft.com/office/officeart/2005/8/layout/process1"/>
    <dgm:cxn modelId="{E14A775A-4978-4A47-99E8-79684A523F75}" type="presParOf" srcId="{6D06476E-098B-4FBF-B6E9-D426B067DEE2}" destId="{10BD7ABE-FAE1-47DF-B8CC-588111007C1E}" srcOrd="1" destOrd="0" presId="urn:microsoft.com/office/officeart/2005/8/layout/process1"/>
    <dgm:cxn modelId="{68BD994E-4D46-4A41-BD5A-33D7A1038AB1}" type="presParOf" srcId="{10BD7ABE-FAE1-47DF-B8CC-588111007C1E}" destId="{8808323E-F009-491F-9ECD-0AFD09715AFB}" srcOrd="0" destOrd="0" presId="urn:microsoft.com/office/officeart/2005/8/layout/process1"/>
    <dgm:cxn modelId="{35C4F8C6-B0CF-4D2E-B176-52FC3C7BCABF}" type="presParOf" srcId="{6D06476E-098B-4FBF-B6E9-D426B067DEE2}" destId="{2E17B990-8613-49B6-AF72-1051257F909A}" srcOrd="2" destOrd="0" presId="urn:microsoft.com/office/officeart/2005/8/layout/process1"/>
    <dgm:cxn modelId="{848F82BC-2A29-4F35-8F9A-C6021C48450C}" type="presParOf" srcId="{6D06476E-098B-4FBF-B6E9-D426B067DEE2}" destId="{F47CDD83-E97B-4026-BE72-C4A3A56792D6}" srcOrd="3" destOrd="0" presId="urn:microsoft.com/office/officeart/2005/8/layout/process1"/>
    <dgm:cxn modelId="{DAC28A61-2C23-40AD-8FDF-A9E94CAA557F}" type="presParOf" srcId="{F47CDD83-E97B-4026-BE72-C4A3A56792D6}" destId="{FD67F9CD-BAC8-449D-811E-0945BD824917}" srcOrd="0" destOrd="0" presId="urn:microsoft.com/office/officeart/2005/8/layout/process1"/>
    <dgm:cxn modelId="{B6E12031-1FE9-4E8B-9177-85A25D86F1E5}" type="presParOf" srcId="{6D06476E-098B-4FBF-B6E9-D426B067DEE2}" destId="{543024E2-7749-482A-8AFA-BAF31E7DD926}" srcOrd="4"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BA52107-39E8-4576-8780-3304CAA4FC93}" type="doc">
      <dgm:prSet loTypeId="urn:microsoft.com/office/officeart/2009/3/layout/CircleRelationship" loCatId="relationship" qsTypeId="urn:microsoft.com/office/officeart/2005/8/quickstyle/simple1#1" qsCatId="simple" csTypeId="urn:microsoft.com/office/officeart/2005/8/colors/accent1_2#1" csCatId="accent1" phldr="1"/>
      <dgm:spPr/>
      <dgm:t>
        <a:bodyPr/>
        <a:lstStyle/>
        <a:p>
          <a:endParaRPr lang="en-US"/>
        </a:p>
      </dgm:t>
    </dgm:pt>
    <dgm:pt modelId="{7471396E-5E0D-4F05-B030-204ED8A04EBF}">
      <dgm:prSet phldrT="[Text]" phldr="0"/>
      <dgm:spPr/>
      <dgm:t>
        <a:bodyPr/>
        <a:lstStyle/>
        <a:p>
          <a:r>
            <a:rPr lang="en-US" dirty="0"/>
            <a:t>Vector</a:t>
          </a:r>
        </a:p>
        <a:p>
          <a:r>
            <a:rPr lang="en-US" dirty="0"/>
            <a:t>DB</a:t>
          </a:r>
        </a:p>
      </dgm:t>
    </dgm:pt>
    <dgm:pt modelId="{BB596DA0-EBCC-4D63-9F2B-C5B2ECB5E63D}" type="parTrans" cxnId="{F64703B4-E11E-4DEA-B55E-EEA6B0B65862}">
      <dgm:prSet/>
      <dgm:spPr/>
      <dgm:t>
        <a:bodyPr/>
        <a:lstStyle/>
        <a:p>
          <a:endParaRPr lang="en-US"/>
        </a:p>
      </dgm:t>
    </dgm:pt>
    <dgm:pt modelId="{6CB3E3D3-A849-4318-92F0-B4C403AA6251}" type="sibTrans" cxnId="{F64703B4-E11E-4DEA-B55E-EEA6B0B65862}">
      <dgm:prSet/>
      <dgm:spPr/>
      <dgm:t>
        <a:bodyPr/>
        <a:lstStyle/>
        <a:p>
          <a:endParaRPr lang="en-US"/>
        </a:p>
      </dgm:t>
    </dgm:pt>
    <dgm:pt modelId="{58F42542-F23C-4DB4-A948-D51050DCC518}">
      <dgm:prSet phldrT="[Text]" phldr="1"/>
      <dgm:spPr/>
      <dgm:t>
        <a:bodyPr/>
        <a:lstStyle/>
        <a:p>
          <a:endParaRPr lang="en-US"/>
        </a:p>
      </dgm:t>
    </dgm:pt>
    <dgm:pt modelId="{DF88BC88-0362-4EE1-AA74-D1FC3E90A55A}" type="parTrans" cxnId="{4F40101E-A594-4933-AF09-42E2269BF22A}">
      <dgm:prSet/>
      <dgm:spPr/>
      <dgm:t>
        <a:bodyPr/>
        <a:lstStyle/>
        <a:p>
          <a:endParaRPr lang="en-US"/>
        </a:p>
      </dgm:t>
    </dgm:pt>
    <dgm:pt modelId="{51E03D46-8EF8-4E29-95DF-2C38A2A4E337}" type="sibTrans" cxnId="{4F40101E-A594-4933-AF09-42E2269BF22A}">
      <dgm:prSet/>
      <dgm:spPr/>
      <dgm:t>
        <a:bodyPr/>
        <a:lstStyle/>
        <a:p>
          <a:endParaRPr lang="en-US"/>
        </a:p>
      </dgm:t>
    </dgm:pt>
    <dgm:pt modelId="{2240AA3B-FCA1-41D4-8E2F-AD2F66AB788D}">
      <dgm:prSet phldrT="[Text]" phldr="1"/>
      <dgm:spPr/>
      <dgm:t>
        <a:bodyPr/>
        <a:lstStyle/>
        <a:p>
          <a:endParaRPr lang="en-US"/>
        </a:p>
      </dgm:t>
    </dgm:pt>
    <dgm:pt modelId="{9DA39743-962F-4A96-A263-286C42AAC07F}" type="parTrans" cxnId="{AA71DE93-B120-4F6D-B70A-CBB82CDFB415}">
      <dgm:prSet/>
      <dgm:spPr/>
      <dgm:t>
        <a:bodyPr/>
        <a:lstStyle/>
        <a:p>
          <a:endParaRPr lang="en-US"/>
        </a:p>
      </dgm:t>
    </dgm:pt>
    <dgm:pt modelId="{CF59EC4B-43E9-48B5-82A1-051EE30F547D}" type="sibTrans" cxnId="{AA71DE93-B120-4F6D-B70A-CBB82CDFB415}">
      <dgm:prSet/>
      <dgm:spPr/>
      <dgm:t>
        <a:bodyPr/>
        <a:lstStyle/>
        <a:p>
          <a:endParaRPr lang="en-US"/>
        </a:p>
      </dgm:t>
    </dgm:pt>
    <dgm:pt modelId="{EF438D1E-71C4-46ED-A3DE-5A1F3C392B2C}" type="pres">
      <dgm:prSet presAssocID="{0BA52107-39E8-4576-8780-3304CAA4FC93}" presName="Name0" presStyleCnt="0">
        <dgm:presLayoutVars>
          <dgm:chMax val="1"/>
          <dgm:chPref val="1"/>
        </dgm:presLayoutVars>
      </dgm:prSet>
      <dgm:spPr/>
    </dgm:pt>
    <dgm:pt modelId="{00AE08E6-73CC-4573-B71C-56304B469124}" type="pres">
      <dgm:prSet presAssocID="{7471396E-5E0D-4F05-B030-204ED8A04EBF}" presName="Parent" presStyleLbl="node0" presStyleIdx="0" presStyleCnt="1">
        <dgm:presLayoutVars>
          <dgm:chMax val="5"/>
          <dgm:chPref val="5"/>
        </dgm:presLayoutVars>
      </dgm:prSet>
      <dgm:spPr/>
    </dgm:pt>
    <dgm:pt modelId="{A6DA4ED0-9BBD-4C7D-975C-D878026588D8}" type="pres">
      <dgm:prSet presAssocID="{7471396E-5E0D-4F05-B030-204ED8A04EBF}" presName="Accent1" presStyleLbl="node1" presStyleIdx="0" presStyleCnt="13"/>
      <dgm:spPr/>
    </dgm:pt>
    <dgm:pt modelId="{22572360-5085-4433-BC20-D6E7852D26FA}" type="pres">
      <dgm:prSet presAssocID="{7471396E-5E0D-4F05-B030-204ED8A04EBF}" presName="Accent2" presStyleLbl="node1" presStyleIdx="1" presStyleCnt="13"/>
      <dgm:spPr/>
    </dgm:pt>
    <dgm:pt modelId="{CF1B8F50-AAB2-49C0-BF08-DBCEA2F4D078}" type="pres">
      <dgm:prSet presAssocID="{7471396E-5E0D-4F05-B030-204ED8A04EBF}" presName="Accent3" presStyleLbl="node1" presStyleIdx="2" presStyleCnt="13"/>
      <dgm:spPr/>
    </dgm:pt>
    <dgm:pt modelId="{4DAD8755-BF3D-4D3A-924D-235D7A43B3F6}" type="pres">
      <dgm:prSet presAssocID="{7471396E-5E0D-4F05-B030-204ED8A04EBF}" presName="Accent4" presStyleLbl="node1" presStyleIdx="3" presStyleCnt="13"/>
      <dgm:spPr/>
    </dgm:pt>
    <dgm:pt modelId="{D9ACA4A6-F918-48DB-96F0-B49EC43467F6}" type="pres">
      <dgm:prSet presAssocID="{7471396E-5E0D-4F05-B030-204ED8A04EBF}" presName="Accent5" presStyleLbl="node1" presStyleIdx="4" presStyleCnt="13"/>
      <dgm:spPr/>
    </dgm:pt>
    <dgm:pt modelId="{178DB9E5-D949-41EB-9FBB-EEA0A37D6900}" type="pres">
      <dgm:prSet presAssocID="{7471396E-5E0D-4F05-B030-204ED8A04EBF}" presName="Accent6" presStyleLbl="node1" presStyleIdx="5" presStyleCnt="13"/>
      <dgm:spPr/>
    </dgm:pt>
    <dgm:pt modelId="{08A16AD9-A3E9-4655-A9A4-B7B6016D64B9}" type="pres">
      <dgm:prSet presAssocID="{58F42542-F23C-4DB4-A948-D51050DCC518}" presName="Child1" presStyleLbl="node1" presStyleIdx="6" presStyleCnt="13">
        <dgm:presLayoutVars>
          <dgm:chMax val="0"/>
          <dgm:chPref val="0"/>
        </dgm:presLayoutVars>
      </dgm:prSet>
      <dgm:spPr/>
    </dgm:pt>
    <dgm:pt modelId="{12238280-13A8-409D-9E82-C5E12551D70A}" type="pres">
      <dgm:prSet presAssocID="{58F42542-F23C-4DB4-A948-D51050DCC518}" presName="Accent7" presStyleCnt="0"/>
      <dgm:spPr/>
    </dgm:pt>
    <dgm:pt modelId="{B86BAAD6-C908-4C45-B18E-5C588284EA45}" type="pres">
      <dgm:prSet presAssocID="{58F42542-F23C-4DB4-A948-D51050DCC518}" presName="AccentHold1" presStyleLbl="node1" presStyleIdx="7" presStyleCnt="13"/>
      <dgm:spPr/>
    </dgm:pt>
    <dgm:pt modelId="{19D85D1C-5DD2-4656-8CD1-1027D71A6E13}" type="pres">
      <dgm:prSet presAssocID="{58F42542-F23C-4DB4-A948-D51050DCC518}" presName="Accent8" presStyleCnt="0"/>
      <dgm:spPr/>
    </dgm:pt>
    <dgm:pt modelId="{5C23FFDB-CC4F-4C3C-906E-D635B1C4C5F2}" type="pres">
      <dgm:prSet presAssocID="{58F42542-F23C-4DB4-A948-D51050DCC518}" presName="AccentHold2" presStyleLbl="node1" presStyleIdx="8" presStyleCnt="13"/>
      <dgm:spPr/>
    </dgm:pt>
    <dgm:pt modelId="{92693448-0161-407E-AFB2-A23825120CE3}" type="pres">
      <dgm:prSet presAssocID="{2240AA3B-FCA1-41D4-8E2F-AD2F66AB788D}" presName="Child2" presStyleLbl="node1" presStyleIdx="9" presStyleCnt="13">
        <dgm:presLayoutVars>
          <dgm:chMax val="0"/>
          <dgm:chPref val="0"/>
        </dgm:presLayoutVars>
      </dgm:prSet>
      <dgm:spPr/>
    </dgm:pt>
    <dgm:pt modelId="{ABB0C4F4-10A2-4EE4-BEF1-D3164A946CD3}" type="pres">
      <dgm:prSet presAssocID="{2240AA3B-FCA1-41D4-8E2F-AD2F66AB788D}" presName="Accent9" presStyleCnt="0"/>
      <dgm:spPr/>
    </dgm:pt>
    <dgm:pt modelId="{73249667-6BFF-401F-B2CA-B850D1AB3F86}" type="pres">
      <dgm:prSet presAssocID="{2240AA3B-FCA1-41D4-8E2F-AD2F66AB788D}" presName="AccentHold1" presStyleLbl="node1" presStyleIdx="10" presStyleCnt="13"/>
      <dgm:spPr/>
    </dgm:pt>
    <dgm:pt modelId="{9D145BE7-A606-4A0E-8613-588427F825D6}" type="pres">
      <dgm:prSet presAssocID="{2240AA3B-FCA1-41D4-8E2F-AD2F66AB788D}" presName="Accent10" presStyleCnt="0"/>
      <dgm:spPr/>
    </dgm:pt>
    <dgm:pt modelId="{20E48FD7-9899-47C9-A935-6979EC49423A}" type="pres">
      <dgm:prSet presAssocID="{2240AA3B-FCA1-41D4-8E2F-AD2F66AB788D}" presName="AccentHold2" presStyleLbl="node1" presStyleIdx="11" presStyleCnt="13"/>
      <dgm:spPr/>
    </dgm:pt>
    <dgm:pt modelId="{14BB48ED-CC4E-4E46-BD17-5CAB0EB47827}" type="pres">
      <dgm:prSet presAssocID="{2240AA3B-FCA1-41D4-8E2F-AD2F66AB788D}" presName="Accent11" presStyleCnt="0"/>
      <dgm:spPr/>
    </dgm:pt>
    <dgm:pt modelId="{D1BCF55E-D5B9-4B39-8C73-D78A3D0593C2}" type="pres">
      <dgm:prSet presAssocID="{2240AA3B-FCA1-41D4-8E2F-AD2F66AB788D}" presName="AccentHold3" presStyleLbl="node1" presStyleIdx="12" presStyleCnt="13"/>
      <dgm:spPr/>
    </dgm:pt>
  </dgm:ptLst>
  <dgm:cxnLst>
    <dgm:cxn modelId="{7DCE3112-F355-4DA4-AA3E-F5C19DA6482D}" type="presOf" srcId="{0BA52107-39E8-4576-8780-3304CAA4FC93}" destId="{EF438D1E-71C4-46ED-A3DE-5A1F3C392B2C}" srcOrd="0" destOrd="0" presId="urn:microsoft.com/office/officeart/2009/3/layout/CircleRelationship"/>
    <dgm:cxn modelId="{4F40101E-A594-4933-AF09-42E2269BF22A}" srcId="{7471396E-5E0D-4F05-B030-204ED8A04EBF}" destId="{58F42542-F23C-4DB4-A948-D51050DCC518}" srcOrd="0" destOrd="0" parTransId="{DF88BC88-0362-4EE1-AA74-D1FC3E90A55A}" sibTransId="{51E03D46-8EF8-4E29-95DF-2C38A2A4E337}"/>
    <dgm:cxn modelId="{1B9DA36A-A6DD-4151-AFF0-CE5FB1FA3C84}" type="presOf" srcId="{58F42542-F23C-4DB4-A948-D51050DCC518}" destId="{08A16AD9-A3E9-4655-A9A4-B7B6016D64B9}" srcOrd="0" destOrd="0" presId="urn:microsoft.com/office/officeart/2009/3/layout/CircleRelationship"/>
    <dgm:cxn modelId="{AA71DE93-B120-4F6D-B70A-CBB82CDFB415}" srcId="{7471396E-5E0D-4F05-B030-204ED8A04EBF}" destId="{2240AA3B-FCA1-41D4-8E2F-AD2F66AB788D}" srcOrd="1" destOrd="0" parTransId="{9DA39743-962F-4A96-A263-286C42AAC07F}" sibTransId="{CF59EC4B-43E9-48B5-82A1-051EE30F547D}"/>
    <dgm:cxn modelId="{4C61EFAD-B7FD-4775-9C6E-D3AD3B3AAC17}" type="presOf" srcId="{2240AA3B-FCA1-41D4-8E2F-AD2F66AB788D}" destId="{92693448-0161-407E-AFB2-A23825120CE3}" srcOrd="0" destOrd="0" presId="urn:microsoft.com/office/officeart/2009/3/layout/CircleRelationship"/>
    <dgm:cxn modelId="{F64703B4-E11E-4DEA-B55E-EEA6B0B65862}" srcId="{0BA52107-39E8-4576-8780-3304CAA4FC93}" destId="{7471396E-5E0D-4F05-B030-204ED8A04EBF}" srcOrd="0" destOrd="0" parTransId="{BB596DA0-EBCC-4D63-9F2B-C5B2ECB5E63D}" sibTransId="{6CB3E3D3-A849-4318-92F0-B4C403AA6251}"/>
    <dgm:cxn modelId="{7DD19AC2-0E7D-42EF-91E1-75A348D0EB33}" type="presOf" srcId="{7471396E-5E0D-4F05-B030-204ED8A04EBF}" destId="{00AE08E6-73CC-4573-B71C-56304B469124}" srcOrd="0" destOrd="0" presId="urn:microsoft.com/office/officeart/2009/3/layout/CircleRelationship"/>
    <dgm:cxn modelId="{4DC7A7A3-A3F2-40CD-87D0-175B0EB40517}" type="presParOf" srcId="{EF438D1E-71C4-46ED-A3DE-5A1F3C392B2C}" destId="{00AE08E6-73CC-4573-B71C-56304B469124}" srcOrd="0" destOrd="0" presId="urn:microsoft.com/office/officeart/2009/3/layout/CircleRelationship"/>
    <dgm:cxn modelId="{F15366B9-AE4C-43E7-BC54-F0EE57617485}" type="presParOf" srcId="{EF438D1E-71C4-46ED-A3DE-5A1F3C392B2C}" destId="{A6DA4ED0-9BBD-4C7D-975C-D878026588D8}" srcOrd="1" destOrd="0" presId="urn:microsoft.com/office/officeart/2009/3/layout/CircleRelationship"/>
    <dgm:cxn modelId="{3DD7AA6C-FF11-4B25-B37E-B30CDE1827C0}" type="presParOf" srcId="{EF438D1E-71C4-46ED-A3DE-5A1F3C392B2C}" destId="{22572360-5085-4433-BC20-D6E7852D26FA}" srcOrd="2" destOrd="0" presId="urn:microsoft.com/office/officeart/2009/3/layout/CircleRelationship"/>
    <dgm:cxn modelId="{3BCEB349-7855-4DD6-AD00-B57EF29FAEE3}" type="presParOf" srcId="{EF438D1E-71C4-46ED-A3DE-5A1F3C392B2C}" destId="{CF1B8F50-AAB2-49C0-BF08-DBCEA2F4D078}" srcOrd="3" destOrd="0" presId="urn:microsoft.com/office/officeart/2009/3/layout/CircleRelationship"/>
    <dgm:cxn modelId="{1ED957F4-CC3A-4B09-9AD3-E8D117261F99}" type="presParOf" srcId="{EF438D1E-71C4-46ED-A3DE-5A1F3C392B2C}" destId="{4DAD8755-BF3D-4D3A-924D-235D7A43B3F6}" srcOrd="4" destOrd="0" presId="urn:microsoft.com/office/officeart/2009/3/layout/CircleRelationship"/>
    <dgm:cxn modelId="{DCDA37E7-D07C-469D-85A5-2678FF842984}" type="presParOf" srcId="{EF438D1E-71C4-46ED-A3DE-5A1F3C392B2C}" destId="{D9ACA4A6-F918-48DB-96F0-B49EC43467F6}" srcOrd="5" destOrd="0" presId="urn:microsoft.com/office/officeart/2009/3/layout/CircleRelationship"/>
    <dgm:cxn modelId="{EC616393-D17A-4573-B525-5AD49EA5A46F}" type="presParOf" srcId="{EF438D1E-71C4-46ED-A3DE-5A1F3C392B2C}" destId="{178DB9E5-D949-41EB-9FBB-EEA0A37D6900}" srcOrd="6" destOrd="0" presId="urn:microsoft.com/office/officeart/2009/3/layout/CircleRelationship"/>
    <dgm:cxn modelId="{09F442AF-09EB-45CE-A9ED-208D2F4A243F}" type="presParOf" srcId="{EF438D1E-71C4-46ED-A3DE-5A1F3C392B2C}" destId="{08A16AD9-A3E9-4655-A9A4-B7B6016D64B9}" srcOrd="7" destOrd="0" presId="urn:microsoft.com/office/officeart/2009/3/layout/CircleRelationship"/>
    <dgm:cxn modelId="{BD925076-E672-4450-BC17-683F001A8C20}" type="presParOf" srcId="{EF438D1E-71C4-46ED-A3DE-5A1F3C392B2C}" destId="{12238280-13A8-409D-9E82-C5E12551D70A}" srcOrd="8" destOrd="0" presId="urn:microsoft.com/office/officeart/2009/3/layout/CircleRelationship"/>
    <dgm:cxn modelId="{0A52E38D-8827-485B-A79C-27C8F92FA273}" type="presParOf" srcId="{12238280-13A8-409D-9E82-C5E12551D70A}" destId="{B86BAAD6-C908-4C45-B18E-5C588284EA45}" srcOrd="0" destOrd="0" presId="urn:microsoft.com/office/officeart/2009/3/layout/CircleRelationship"/>
    <dgm:cxn modelId="{2BEFE1DC-D5B8-41A5-A790-AA433588FCB0}" type="presParOf" srcId="{EF438D1E-71C4-46ED-A3DE-5A1F3C392B2C}" destId="{19D85D1C-5DD2-4656-8CD1-1027D71A6E13}" srcOrd="9" destOrd="0" presId="urn:microsoft.com/office/officeart/2009/3/layout/CircleRelationship"/>
    <dgm:cxn modelId="{69854565-9615-488D-B65E-BF11C8432335}" type="presParOf" srcId="{19D85D1C-5DD2-4656-8CD1-1027D71A6E13}" destId="{5C23FFDB-CC4F-4C3C-906E-D635B1C4C5F2}" srcOrd="0" destOrd="0" presId="urn:microsoft.com/office/officeart/2009/3/layout/CircleRelationship"/>
    <dgm:cxn modelId="{08DB7494-1DA3-45E2-AFAF-A57CC55DD9EA}" type="presParOf" srcId="{EF438D1E-71C4-46ED-A3DE-5A1F3C392B2C}" destId="{92693448-0161-407E-AFB2-A23825120CE3}" srcOrd="10" destOrd="0" presId="urn:microsoft.com/office/officeart/2009/3/layout/CircleRelationship"/>
    <dgm:cxn modelId="{2451ADE2-2986-45F6-8BC3-EA1A8EA4E96F}" type="presParOf" srcId="{EF438D1E-71C4-46ED-A3DE-5A1F3C392B2C}" destId="{ABB0C4F4-10A2-4EE4-BEF1-D3164A946CD3}" srcOrd="11" destOrd="0" presId="urn:microsoft.com/office/officeart/2009/3/layout/CircleRelationship"/>
    <dgm:cxn modelId="{A05AF471-F363-4E5A-9E44-876478FF2C38}" type="presParOf" srcId="{ABB0C4F4-10A2-4EE4-BEF1-D3164A946CD3}" destId="{73249667-6BFF-401F-B2CA-B850D1AB3F86}" srcOrd="0" destOrd="0" presId="urn:microsoft.com/office/officeart/2009/3/layout/CircleRelationship"/>
    <dgm:cxn modelId="{CCA5D722-6925-42FA-A96B-9617BF0441A1}" type="presParOf" srcId="{EF438D1E-71C4-46ED-A3DE-5A1F3C392B2C}" destId="{9D145BE7-A606-4A0E-8613-588427F825D6}" srcOrd="12" destOrd="0" presId="urn:microsoft.com/office/officeart/2009/3/layout/CircleRelationship"/>
    <dgm:cxn modelId="{876A7F1B-705B-4920-AB72-9C9F47F015E5}" type="presParOf" srcId="{9D145BE7-A606-4A0E-8613-588427F825D6}" destId="{20E48FD7-9899-47C9-A935-6979EC49423A}" srcOrd="0" destOrd="0" presId="urn:microsoft.com/office/officeart/2009/3/layout/CircleRelationship"/>
    <dgm:cxn modelId="{A5811745-4A40-41EA-9ADC-8DDDBD2B4DEB}" type="presParOf" srcId="{EF438D1E-71C4-46ED-A3DE-5A1F3C392B2C}" destId="{14BB48ED-CC4E-4E46-BD17-5CAB0EB47827}" srcOrd="13" destOrd="0" presId="urn:microsoft.com/office/officeart/2009/3/layout/CircleRelationship"/>
    <dgm:cxn modelId="{E7500EE3-D4BD-4A73-A24A-89D7004D6268}" type="presParOf" srcId="{14BB48ED-CC4E-4E46-BD17-5CAB0EB47827}" destId="{D1BCF55E-D5B9-4B39-8C73-D78A3D0593C2}" srcOrd="0" destOrd="0" presId="urn:microsoft.com/office/officeart/2009/3/layout/CircleRelationship"/>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08316A3-21A6-4F0E-A3E9-FE28C2D9C511}" type="doc">
      <dgm:prSet loTypeId="urn:microsoft.com/office/officeart/2005/8/layout/process1" loCatId="process" qsTypeId="urn:microsoft.com/office/officeart/2005/8/quickstyle/3d9#1" qsCatId="3D" csTypeId="urn:microsoft.com/office/officeart/2005/8/colors/accent6_2" csCatId="accent6" phldr="1"/>
      <dgm:spPr/>
      <dgm:t>
        <a:bodyPr/>
        <a:lstStyle/>
        <a:p>
          <a:endParaRPr lang="en-US"/>
        </a:p>
      </dgm:t>
    </dgm:pt>
    <dgm:pt modelId="{73A088B3-8584-4A55-B192-2C68ABDC89A1}">
      <dgm:prSet phldrT="[Text]" phldr="0"/>
      <dgm:spPr/>
      <dgm:t>
        <a:bodyPr/>
        <a:lstStyle/>
        <a:p>
          <a:r>
            <a:rPr lang="en-US" dirty="0"/>
            <a:t>Scrape</a:t>
          </a:r>
        </a:p>
      </dgm:t>
    </dgm:pt>
    <dgm:pt modelId="{2147BA24-A2B7-430A-85DE-99F9244FAFBE}" type="parTrans" cxnId="{344C9301-DF66-4D00-8B49-B91BC968C8DB}">
      <dgm:prSet/>
      <dgm:spPr/>
      <dgm:t>
        <a:bodyPr/>
        <a:lstStyle/>
        <a:p>
          <a:endParaRPr lang="en-US"/>
        </a:p>
      </dgm:t>
    </dgm:pt>
    <dgm:pt modelId="{F0DE13DC-36F5-4CE8-8767-611125A3D13A}" type="sibTrans" cxnId="{344C9301-DF66-4D00-8B49-B91BC968C8DB}">
      <dgm:prSet/>
      <dgm:spPr/>
      <dgm:t>
        <a:bodyPr/>
        <a:lstStyle/>
        <a:p>
          <a:endParaRPr lang="en-US"/>
        </a:p>
      </dgm:t>
    </dgm:pt>
    <dgm:pt modelId="{08795A9A-39FD-45CC-9B17-C8C8B66992D1}">
      <dgm:prSet phldrT="[Text]" phldr="0"/>
      <dgm:spPr/>
      <dgm:t>
        <a:bodyPr/>
        <a:lstStyle/>
        <a:p>
          <a:r>
            <a:rPr lang="en-US" dirty="0"/>
            <a:t>Chunk</a:t>
          </a:r>
        </a:p>
      </dgm:t>
    </dgm:pt>
    <dgm:pt modelId="{473DA7F4-6A22-4BBD-BA6D-EA39182903A5}" type="parTrans" cxnId="{8088E049-F88C-41D6-B821-FC8F2087EBBF}">
      <dgm:prSet/>
      <dgm:spPr/>
      <dgm:t>
        <a:bodyPr/>
        <a:lstStyle/>
        <a:p>
          <a:endParaRPr lang="en-US"/>
        </a:p>
      </dgm:t>
    </dgm:pt>
    <dgm:pt modelId="{C39286FF-377D-4A86-B5C9-24A6D23BF274}" type="sibTrans" cxnId="{8088E049-F88C-41D6-B821-FC8F2087EBBF}">
      <dgm:prSet/>
      <dgm:spPr/>
      <dgm:t>
        <a:bodyPr/>
        <a:lstStyle/>
        <a:p>
          <a:endParaRPr lang="en-US"/>
        </a:p>
      </dgm:t>
    </dgm:pt>
    <dgm:pt modelId="{3B1CD237-A272-43D3-B7A0-5DACB1F27807}">
      <dgm:prSet phldrT="[Text]" phldr="0"/>
      <dgm:spPr/>
      <dgm:t>
        <a:bodyPr/>
        <a:lstStyle/>
        <a:p>
          <a:r>
            <a:rPr lang="en-US" dirty="0"/>
            <a:t>Embed</a:t>
          </a:r>
        </a:p>
      </dgm:t>
    </dgm:pt>
    <dgm:pt modelId="{DC42375E-C300-4FE1-8E85-E5CFFFD553B9}" type="parTrans" cxnId="{6D502BA3-F0B9-4410-B393-822313A591AD}">
      <dgm:prSet/>
      <dgm:spPr/>
      <dgm:t>
        <a:bodyPr/>
        <a:lstStyle/>
        <a:p>
          <a:endParaRPr lang="en-US"/>
        </a:p>
      </dgm:t>
    </dgm:pt>
    <dgm:pt modelId="{324FA2B5-4FAF-48A8-8013-A83D4CF552C6}" type="sibTrans" cxnId="{6D502BA3-F0B9-4410-B393-822313A591AD}">
      <dgm:prSet/>
      <dgm:spPr/>
      <dgm:t>
        <a:bodyPr/>
        <a:lstStyle/>
        <a:p>
          <a:endParaRPr lang="en-US"/>
        </a:p>
      </dgm:t>
    </dgm:pt>
    <dgm:pt modelId="{6D06476E-098B-4FBF-B6E9-D426B067DEE2}" type="pres">
      <dgm:prSet presAssocID="{008316A3-21A6-4F0E-A3E9-FE28C2D9C511}" presName="Name0" presStyleCnt="0">
        <dgm:presLayoutVars>
          <dgm:dir/>
          <dgm:resizeHandles val="exact"/>
        </dgm:presLayoutVars>
      </dgm:prSet>
      <dgm:spPr/>
    </dgm:pt>
    <dgm:pt modelId="{005BAA7F-9E33-45EE-AF51-034888971E92}" type="pres">
      <dgm:prSet presAssocID="{73A088B3-8584-4A55-B192-2C68ABDC89A1}" presName="node" presStyleLbl="node1" presStyleIdx="0" presStyleCnt="3">
        <dgm:presLayoutVars>
          <dgm:bulletEnabled val="1"/>
        </dgm:presLayoutVars>
      </dgm:prSet>
      <dgm:spPr/>
    </dgm:pt>
    <dgm:pt modelId="{10BD7ABE-FAE1-47DF-B8CC-588111007C1E}" type="pres">
      <dgm:prSet presAssocID="{F0DE13DC-36F5-4CE8-8767-611125A3D13A}" presName="sibTrans" presStyleLbl="sibTrans2D1" presStyleIdx="0" presStyleCnt="2"/>
      <dgm:spPr/>
    </dgm:pt>
    <dgm:pt modelId="{8808323E-F009-491F-9ECD-0AFD09715AFB}" type="pres">
      <dgm:prSet presAssocID="{F0DE13DC-36F5-4CE8-8767-611125A3D13A}" presName="connectorText" presStyleLbl="sibTrans2D1" presStyleIdx="0" presStyleCnt="2"/>
      <dgm:spPr/>
    </dgm:pt>
    <dgm:pt modelId="{2E17B990-8613-49B6-AF72-1051257F909A}" type="pres">
      <dgm:prSet presAssocID="{08795A9A-39FD-45CC-9B17-C8C8B66992D1}" presName="node" presStyleLbl="node1" presStyleIdx="1" presStyleCnt="3">
        <dgm:presLayoutVars>
          <dgm:bulletEnabled val="1"/>
        </dgm:presLayoutVars>
      </dgm:prSet>
      <dgm:spPr/>
    </dgm:pt>
    <dgm:pt modelId="{F47CDD83-E97B-4026-BE72-C4A3A56792D6}" type="pres">
      <dgm:prSet presAssocID="{C39286FF-377D-4A86-B5C9-24A6D23BF274}" presName="sibTrans" presStyleLbl="sibTrans2D1" presStyleIdx="1" presStyleCnt="2"/>
      <dgm:spPr/>
    </dgm:pt>
    <dgm:pt modelId="{FD67F9CD-BAC8-449D-811E-0945BD824917}" type="pres">
      <dgm:prSet presAssocID="{C39286FF-377D-4A86-B5C9-24A6D23BF274}" presName="connectorText" presStyleLbl="sibTrans2D1" presStyleIdx="1" presStyleCnt="2"/>
      <dgm:spPr/>
    </dgm:pt>
    <dgm:pt modelId="{543024E2-7749-482A-8AFA-BAF31E7DD926}" type="pres">
      <dgm:prSet presAssocID="{3B1CD237-A272-43D3-B7A0-5DACB1F27807}" presName="node" presStyleLbl="node1" presStyleIdx="2" presStyleCnt="3">
        <dgm:presLayoutVars>
          <dgm:bulletEnabled val="1"/>
        </dgm:presLayoutVars>
      </dgm:prSet>
      <dgm:spPr/>
    </dgm:pt>
  </dgm:ptLst>
  <dgm:cxnLst>
    <dgm:cxn modelId="{344C9301-DF66-4D00-8B49-B91BC968C8DB}" srcId="{008316A3-21A6-4F0E-A3E9-FE28C2D9C511}" destId="{73A088B3-8584-4A55-B192-2C68ABDC89A1}" srcOrd="0" destOrd="0" parTransId="{2147BA24-A2B7-430A-85DE-99F9244FAFBE}" sibTransId="{F0DE13DC-36F5-4CE8-8767-611125A3D13A}"/>
    <dgm:cxn modelId="{C3532046-A5D3-4712-84EB-BA09C2FABC7C}" type="presOf" srcId="{C39286FF-377D-4A86-B5C9-24A6D23BF274}" destId="{F47CDD83-E97B-4026-BE72-C4A3A56792D6}" srcOrd="0" destOrd="0" presId="urn:microsoft.com/office/officeart/2005/8/layout/process1"/>
    <dgm:cxn modelId="{8088E049-F88C-41D6-B821-FC8F2087EBBF}" srcId="{008316A3-21A6-4F0E-A3E9-FE28C2D9C511}" destId="{08795A9A-39FD-45CC-9B17-C8C8B66992D1}" srcOrd="1" destOrd="0" parTransId="{473DA7F4-6A22-4BBD-BA6D-EA39182903A5}" sibTransId="{C39286FF-377D-4A86-B5C9-24A6D23BF274}"/>
    <dgm:cxn modelId="{25A6FB6D-D976-43BF-A71F-71B81FB33938}" type="presOf" srcId="{F0DE13DC-36F5-4CE8-8767-611125A3D13A}" destId="{10BD7ABE-FAE1-47DF-B8CC-588111007C1E}" srcOrd="0" destOrd="0" presId="urn:microsoft.com/office/officeart/2005/8/layout/process1"/>
    <dgm:cxn modelId="{010B665A-AA80-46A8-B6B3-B3A0AC4C7527}" type="presOf" srcId="{008316A3-21A6-4F0E-A3E9-FE28C2D9C511}" destId="{6D06476E-098B-4FBF-B6E9-D426B067DEE2}" srcOrd="0" destOrd="0" presId="urn:microsoft.com/office/officeart/2005/8/layout/process1"/>
    <dgm:cxn modelId="{22C6E58F-FCB3-4516-ABFC-61B0B8DA977A}" type="presOf" srcId="{73A088B3-8584-4A55-B192-2C68ABDC89A1}" destId="{005BAA7F-9E33-45EE-AF51-034888971E92}" srcOrd="0" destOrd="0" presId="urn:microsoft.com/office/officeart/2005/8/layout/process1"/>
    <dgm:cxn modelId="{13EC2F91-2018-4E6E-B3DB-18AB0C1E41A7}" type="presOf" srcId="{08795A9A-39FD-45CC-9B17-C8C8B66992D1}" destId="{2E17B990-8613-49B6-AF72-1051257F909A}" srcOrd="0" destOrd="0" presId="urn:microsoft.com/office/officeart/2005/8/layout/process1"/>
    <dgm:cxn modelId="{6D502BA3-F0B9-4410-B393-822313A591AD}" srcId="{008316A3-21A6-4F0E-A3E9-FE28C2D9C511}" destId="{3B1CD237-A272-43D3-B7A0-5DACB1F27807}" srcOrd="2" destOrd="0" parTransId="{DC42375E-C300-4FE1-8E85-E5CFFFD553B9}" sibTransId="{324FA2B5-4FAF-48A8-8013-A83D4CF552C6}"/>
    <dgm:cxn modelId="{195C8BA3-F37E-4298-94AC-B9945555471F}" type="presOf" srcId="{F0DE13DC-36F5-4CE8-8767-611125A3D13A}" destId="{8808323E-F009-491F-9ECD-0AFD09715AFB}" srcOrd="1" destOrd="0" presId="urn:microsoft.com/office/officeart/2005/8/layout/process1"/>
    <dgm:cxn modelId="{F3D870B4-6F4B-454C-993B-8250414F6746}" type="presOf" srcId="{C39286FF-377D-4A86-B5C9-24A6D23BF274}" destId="{FD67F9CD-BAC8-449D-811E-0945BD824917}" srcOrd="1" destOrd="0" presId="urn:microsoft.com/office/officeart/2005/8/layout/process1"/>
    <dgm:cxn modelId="{0870E7D6-1EC8-46EC-AEB4-E8CD57AF5880}" type="presOf" srcId="{3B1CD237-A272-43D3-B7A0-5DACB1F27807}" destId="{543024E2-7749-482A-8AFA-BAF31E7DD926}" srcOrd="0" destOrd="0" presId="urn:microsoft.com/office/officeart/2005/8/layout/process1"/>
    <dgm:cxn modelId="{63F4915A-B0F0-4A0A-9B07-D03D17B6CC5A}" type="presParOf" srcId="{6D06476E-098B-4FBF-B6E9-D426B067DEE2}" destId="{005BAA7F-9E33-45EE-AF51-034888971E92}" srcOrd="0" destOrd="0" presId="urn:microsoft.com/office/officeart/2005/8/layout/process1"/>
    <dgm:cxn modelId="{E14A775A-4978-4A47-99E8-79684A523F75}" type="presParOf" srcId="{6D06476E-098B-4FBF-B6E9-D426B067DEE2}" destId="{10BD7ABE-FAE1-47DF-B8CC-588111007C1E}" srcOrd="1" destOrd="0" presId="urn:microsoft.com/office/officeart/2005/8/layout/process1"/>
    <dgm:cxn modelId="{68BD994E-4D46-4A41-BD5A-33D7A1038AB1}" type="presParOf" srcId="{10BD7ABE-FAE1-47DF-B8CC-588111007C1E}" destId="{8808323E-F009-491F-9ECD-0AFD09715AFB}" srcOrd="0" destOrd="0" presId="urn:microsoft.com/office/officeart/2005/8/layout/process1"/>
    <dgm:cxn modelId="{35C4F8C6-B0CF-4D2E-B176-52FC3C7BCABF}" type="presParOf" srcId="{6D06476E-098B-4FBF-B6E9-D426B067DEE2}" destId="{2E17B990-8613-49B6-AF72-1051257F909A}" srcOrd="2" destOrd="0" presId="urn:microsoft.com/office/officeart/2005/8/layout/process1"/>
    <dgm:cxn modelId="{848F82BC-2A29-4F35-8F9A-C6021C48450C}" type="presParOf" srcId="{6D06476E-098B-4FBF-B6E9-D426B067DEE2}" destId="{F47CDD83-E97B-4026-BE72-C4A3A56792D6}" srcOrd="3" destOrd="0" presId="urn:microsoft.com/office/officeart/2005/8/layout/process1"/>
    <dgm:cxn modelId="{DAC28A61-2C23-40AD-8FDF-A9E94CAA557F}" type="presParOf" srcId="{F47CDD83-E97B-4026-BE72-C4A3A56792D6}" destId="{FD67F9CD-BAC8-449D-811E-0945BD824917}" srcOrd="0" destOrd="0" presId="urn:microsoft.com/office/officeart/2005/8/layout/process1"/>
    <dgm:cxn modelId="{B6E12031-1FE9-4E8B-9177-85A25D86F1E5}" type="presParOf" srcId="{6D06476E-098B-4FBF-B6E9-D426B067DEE2}" destId="{543024E2-7749-482A-8AFA-BAF31E7DD926}"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08316A3-21A6-4F0E-A3E9-FE28C2D9C511}" type="doc">
      <dgm:prSet loTypeId="urn:microsoft.com/office/officeart/2005/8/layout/process1" loCatId="process" qsTypeId="urn:microsoft.com/office/officeart/2005/8/quickstyle/3d9#2" qsCatId="3D" csTypeId="urn:microsoft.com/office/officeart/2005/8/colors/accent6_2" csCatId="accent6" phldr="1"/>
      <dgm:spPr/>
      <dgm:t>
        <a:bodyPr/>
        <a:lstStyle/>
        <a:p>
          <a:endParaRPr lang="en-US"/>
        </a:p>
      </dgm:t>
    </dgm:pt>
    <dgm:pt modelId="{73A088B3-8584-4A55-B192-2C68ABDC89A1}">
      <dgm:prSet phldrT="[Text]" phldr="0"/>
      <dgm:spPr/>
      <dgm:t>
        <a:bodyPr/>
        <a:lstStyle/>
        <a:p>
          <a:r>
            <a:rPr lang="en-US" dirty="0"/>
            <a:t>Prompt</a:t>
          </a:r>
        </a:p>
      </dgm:t>
    </dgm:pt>
    <dgm:pt modelId="{2147BA24-A2B7-430A-85DE-99F9244FAFBE}" type="parTrans" cxnId="{344C9301-DF66-4D00-8B49-B91BC968C8DB}">
      <dgm:prSet/>
      <dgm:spPr/>
      <dgm:t>
        <a:bodyPr/>
        <a:lstStyle/>
        <a:p>
          <a:endParaRPr lang="en-US"/>
        </a:p>
      </dgm:t>
    </dgm:pt>
    <dgm:pt modelId="{F0DE13DC-36F5-4CE8-8767-611125A3D13A}" type="sibTrans" cxnId="{344C9301-DF66-4D00-8B49-B91BC968C8DB}">
      <dgm:prSet/>
      <dgm:spPr/>
      <dgm:t>
        <a:bodyPr/>
        <a:lstStyle/>
        <a:p>
          <a:endParaRPr lang="en-US"/>
        </a:p>
      </dgm:t>
    </dgm:pt>
    <dgm:pt modelId="{08795A9A-39FD-45CC-9B17-C8C8B66992D1}">
      <dgm:prSet phldrT="[Text]" phldr="0"/>
      <dgm:spPr>
        <a:solidFill>
          <a:srgbClr val="92D050"/>
        </a:solidFill>
      </dgm:spPr>
      <dgm:t>
        <a:bodyPr/>
        <a:lstStyle/>
        <a:p>
          <a:r>
            <a:rPr lang="en-US" dirty="0"/>
            <a:t>Embed</a:t>
          </a:r>
        </a:p>
      </dgm:t>
    </dgm:pt>
    <dgm:pt modelId="{473DA7F4-6A22-4BBD-BA6D-EA39182903A5}" type="parTrans" cxnId="{8088E049-F88C-41D6-B821-FC8F2087EBBF}">
      <dgm:prSet/>
      <dgm:spPr/>
      <dgm:t>
        <a:bodyPr/>
        <a:lstStyle/>
        <a:p>
          <a:endParaRPr lang="en-US"/>
        </a:p>
      </dgm:t>
    </dgm:pt>
    <dgm:pt modelId="{C39286FF-377D-4A86-B5C9-24A6D23BF274}" type="sibTrans" cxnId="{8088E049-F88C-41D6-B821-FC8F2087EBBF}">
      <dgm:prSet/>
      <dgm:spPr/>
      <dgm:t>
        <a:bodyPr/>
        <a:lstStyle/>
        <a:p>
          <a:endParaRPr lang="en-US"/>
        </a:p>
      </dgm:t>
    </dgm:pt>
    <dgm:pt modelId="{3B1CD237-A272-43D3-B7A0-5DACB1F27807}">
      <dgm:prSet phldrT="[Text]" phldr="0"/>
      <dgm:spPr/>
      <dgm:t>
        <a:bodyPr/>
        <a:lstStyle/>
        <a:p>
          <a:r>
            <a:rPr lang="en-US" dirty="0"/>
            <a:t>Search</a:t>
          </a:r>
        </a:p>
      </dgm:t>
    </dgm:pt>
    <dgm:pt modelId="{DC42375E-C300-4FE1-8E85-E5CFFFD553B9}" type="parTrans" cxnId="{6D502BA3-F0B9-4410-B393-822313A591AD}">
      <dgm:prSet/>
      <dgm:spPr/>
      <dgm:t>
        <a:bodyPr/>
        <a:lstStyle/>
        <a:p>
          <a:endParaRPr lang="en-US"/>
        </a:p>
      </dgm:t>
    </dgm:pt>
    <dgm:pt modelId="{324FA2B5-4FAF-48A8-8013-A83D4CF552C6}" type="sibTrans" cxnId="{6D502BA3-F0B9-4410-B393-822313A591AD}">
      <dgm:prSet/>
      <dgm:spPr/>
      <dgm:t>
        <a:bodyPr/>
        <a:lstStyle/>
        <a:p>
          <a:endParaRPr lang="en-US"/>
        </a:p>
      </dgm:t>
    </dgm:pt>
    <dgm:pt modelId="{6D06476E-098B-4FBF-B6E9-D426B067DEE2}" type="pres">
      <dgm:prSet presAssocID="{008316A3-21A6-4F0E-A3E9-FE28C2D9C511}" presName="Name0" presStyleCnt="0">
        <dgm:presLayoutVars>
          <dgm:dir/>
          <dgm:resizeHandles val="exact"/>
        </dgm:presLayoutVars>
      </dgm:prSet>
      <dgm:spPr/>
    </dgm:pt>
    <dgm:pt modelId="{005BAA7F-9E33-45EE-AF51-034888971E92}" type="pres">
      <dgm:prSet presAssocID="{73A088B3-8584-4A55-B192-2C68ABDC89A1}" presName="node" presStyleLbl="node1" presStyleIdx="0" presStyleCnt="3">
        <dgm:presLayoutVars>
          <dgm:bulletEnabled val="1"/>
        </dgm:presLayoutVars>
      </dgm:prSet>
      <dgm:spPr/>
    </dgm:pt>
    <dgm:pt modelId="{10BD7ABE-FAE1-47DF-B8CC-588111007C1E}" type="pres">
      <dgm:prSet presAssocID="{F0DE13DC-36F5-4CE8-8767-611125A3D13A}" presName="sibTrans" presStyleLbl="sibTrans2D1" presStyleIdx="0" presStyleCnt="2"/>
      <dgm:spPr/>
    </dgm:pt>
    <dgm:pt modelId="{8808323E-F009-491F-9ECD-0AFD09715AFB}" type="pres">
      <dgm:prSet presAssocID="{F0DE13DC-36F5-4CE8-8767-611125A3D13A}" presName="connectorText" presStyleLbl="sibTrans2D1" presStyleIdx="0" presStyleCnt="2"/>
      <dgm:spPr/>
    </dgm:pt>
    <dgm:pt modelId="{2E17B990-8613-49B6-AF72-1051257F909A}" type="pres">
      <dgm:prSet presAssocID="{08795A9A-39FD-45CC-9B17-C8C8B66992D1}" presName="node" presStyleLbl="node1" presStyleIdx="1" presStyleCnt="3">
        <dgm:presLayoutVars>
          <dgm:bulletEnabled val="1"/>
        </dgm:presLayoutVars>
      </dgm:prSet>
      <dgm:spPr/>
    </dgm:pt>
    <dgm:pt modelId="{F47CDD83-E97B-4026-BE72-C4A3A56792D6}" type="pres">
      <dgm:prSet presAssocID="{C39286FF-377D-4A86-B5C9-24A6D23BF274}" presName="sibTrans" presStyleLbl="sibTrans2D1" presStyleIdx="1" presStyleCnt="2"/>
      <dgm:spPr/>
    </dgm:pt>
    <dgm:pt modelId="{FD67F9CD-BAC8-449D-811E-0945BD824917}" type="pres">
      <dgm:prSet presAssocID="{C39286FF-377D-4A86-B5C9-24A6D23BF274}" presName="connectorText" presStyleLbl="sibTrans2D1" presStyleIdx="1" presStyleCnt="2"/>
      <dgm:spPr/>
    </dgm:pt>
    <dgm:pt modelId="{543024E2-7749-482A-8AFA-BAF31E7DD926}" type="pres">
      <dgm:prSet presAssocID="{3B1CD237-A272-43D3-B7A0-5DACB1F27807}" presName="node" presStyleLbl="node1" presStyleIdx="2" presStyleCnt="3" custLinFactNeighborX="1896">
        <dgm:presLayoutVars>
          <dgm:bulletEnabled val="1"/>
        </dgm:presLayoutVars>
      </dgm:prSet>
      <dgm:spPr/>
    </dgm:pt>
  </dgm:ptLst>
  <dgm:cxnLst>
    <dgm:cxn modelId="{344C9301-DF66-4D00-8B49-B91BC968C8DB}" srcId="{008316A3-21A6-4F0E-A3E9-FE28C2D9C511}" destId="{73A088B3-8584-4A55-B192-2C68ABDC89A1}" srcOrd="0" destOrd="0" parTransId="{2147BA24-A2B7-430A-85DE-99F9244FAFBE}" sibTransId="{F0DE13DC-36F5-4CE8-8767-611125A3D13A}"/>
    <dgm:cxn modelId="{C3532046-A5D3-4712-84EB-BA09C2FABC7C}" type="presOf" srcId="{C39286FF-377D-4A86-B5C9-24A6D23BF274}" destId="{F47CDD83-E97B-4026-BE72-C4A3A56792D6}" srcOrd="0" destOrd="0" presId="urn:microsoft.com/office/officeart/2005/8/layout/process1"/>
    <dgm:cxn modelId="{8088E049-F88C-41D6-B821-FC8F2087EBBF}" srcId="{008316A3-21A6-4F0E-A3E9-FE28C2D9C511}" destId="{08795A9A-39FD-45CC-9B17-C8C8B66992D1}" srcOrd="1" destOrd="0" parTransId="{473DA7F4-6A22-4BBD-BA6D-EA39182903A5}" sibTransId="{C39286FF-377D-4A86-B5C9-24A6D23BF274}"/>
    <dgm:cxn modelId="{25A6FB6D-D976-43BF-A71F-71B81FB33938}" type="presOf" srcId="{F0DE13DC-36F5-4CE8-8767-611125A3D13A}" destId="{10BD7ABE-FAE1-47DF-B8CC-588111007C1E}" srcOrd="0" destOrd="0" presId="urn:microsoft.com/office/officeart/2005/8/layout/process1"/>
    <dgm:cxn modelId="{010B665A-AA80-46A8-B6B3-B3A0AC4C7527}" type="presOf" srcId="{008316A3-21A6-4F0E-A3E9-FE28C2D9C511}" destId="{6D06476E-098B-4FBF-B6E9-D426B067DEE2}" srcOrd="0" destOrd="0" presId="urn:microsoft.com/office/officeart/2005/8/layout/process1"/>
    <dgm:cxn modelId="{22C6E58F-FCB3-4516-ABFC-61B0B8DA977A}" type="presOf" srcId="{73A088B3-8584-4A55-B192-2C68ABDC89A1}" destId="{005BAA7F-9E33-45EE-AF51-034888971E92}" srcOrd="0" destOrd="0" presId="urn:microsoft.com/office/officeart/2005/8/layout/process1"/>
    <dgm:cxn modelId="{13EC2F91-2018-4E6E-B3DB-18AB0C1E41A7}" type="presOf" srcId="{08795A9A-39FD-45CC-9B17-C8C8B66992D1}" destId="{2E17B990-8613-49B6-AF72-1051257F909A}" srcOrd="0" destOrd="0" presId="urn:microsoft.com/office/officeart/2005/8/layout/process1"/>
    <dgm:cxn modelId="{6D502BA3-F0B9-4410-B393-822313A591AD}" srcId="{008316A3-21A6-4F0E-A3E9-FE28C2D9C511}" destId="{3B1CD237-A272-43D3-B7A0-5DACB1F27807}" srcOrd="2" destOrd="0" parTransId="{DC42375E-C300-4FE1-8E85-E5CFFFD553B9}" sibTransId="{324FA2B5-4FAF-48A8-8013-A83D4CF552C6}"/>
    <dgm:cxn modelId="{195C8BA3-F37E-4298-94AC-B9945555471F}" type="presOf" srcId="{F0DE13DC-36F5-4CE8-8767-611125A3D13A}" destId="{8808323E-F009-491F-9ECD-0AFD09715AFB}" srcOrd="1" destOrd="0" presId="urn:microsoft.com/office/officeart/2005/8/layout/process1"/>
    <dgm:cxn modelId="{F3D870B4-6F4B-454C-993B-8250414F6746}" type="presOf" srcId="{C39286FF-377D-4A86-B5C9-24A6D23BF274}" destId="{FD67F9CD-BAC8-449D-811E-0945BD824917}" srcOrd="1" destOrd="0" presId="urn:microsoft.com/office/officeart/2005/8/layout/process1"/>
    <dgm:cxn modelId="{0870E7D6-1EC8-46EC-AEB4-E8CD57AF5880}" type="presOf" srcId="{3B1CD237-A272-43D3-B7A0-5DACB1F27807}" destId="{543024E2-7749-482A-8AFA-BAF31E7DD926}" srcOrd="0" destOrd="0" presId="urn:microsoft.com/office/officeart/2005/8/layout/process1"/>
    <dgm:cxn modelId="{63F4915A-B0F0-4A0A-9B07-D03D17B6CC5A}" type="presParOf" srcId="{6D06476E-098B-4FBF-B6E9-D426B067DEE2}" destId="{005BAA7F-9E33-45EE-AF51-034888971E92}" srcOrd="0" destOrd="0" presId="urn:microsoft.com/office/officeart/2005/8/layout/process1"/>
    <dgm:cxn modelId="{E14A775A-4978-4A47-99E8-79684A523F75}" type="presParOf" srcId="{6D06476E-098B-4FBF-B6E9-D426B067DEE2}" destId="{10BD7ABE-FAE1-47DF-B8CC-588111007C1E}" srcOrd="1" destOrd="0" presId="urn:microsoft.com/office/officeart/2005/8/layout/process1"/>
    <dgm:cxn modelId="{68BD994E-4D46-4A41-BD5A-33D7A1038AB1}" type="presParOf" srcId="{10BD7ABE-FAE1-47DF-B8CC-588111007C1E}" destId="{8808323E-F009-491F-9ECD-0AFD09715AFB}" srcOrd="0" destOrd="0" presId="urn:microsoft.com/office/officeart/2005/8/layout/process1"/>
    <dgm:cxn modelId="{35C4F8C6-B0CF-4D2E-B176-52FC3C7BCABF}" type="presParOf" srcId="{6D06476E-098B-4FBF-B6E9-D426B067DEE2}" destId="{2E17B990-8613-49B6-AF72-1051257F909A}" srcOrd="2" destOrd="0" presId="urn:microsoft.com/office/officeart/2005/8/layout/process1"/>
    <dgm:cxn modelId="{848F82BC-2A29-4F35-8F9A-C6021C48450C}" type="presParOf" srcId="{6D06476E-098B-4FBF-B6E9-D426B067DEE2}" destId="{F47CDD83-E97B-4026-BE72-C4A3A56792D6}" srcOrd="3" destOrd="0" presId="urn:microsoft.com/office/officeart/2005/8/layout/process1"/>
    <dgm:cxn modelId="{DAC28A61-2C23-40AD-8FDF-A9E94CAA557F}" type="presParOf" srcId="{F47CDD83-E97B-4026-BE72-C4A3A56792D6}" destId="{FD67F9CD-BAC8-449D-811E-0945BD824917}" srcOrd="0" destOrd="0" presId="urn:microsoft.com/office/officeart/2005/8/layout/process1"/>
    <dgm:cxn modelId="{B6E12031-1FE9-4E8B-9177-85A25D86F1E5}" type="presParOf" srcId="{6D06476E-098B-4FBF-B6E9-D426B067DEE2}" destId="{543024E2-7749-482A-8AFA-BAF31E7DD926}" srcOrd="4"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BA52107-39E8-4576-8780-3304CAA4FC93}" type="doc">
      <dgm:prSet loTypeId="urn:microsoft.com/office/officeart/2009/3/layout/CircleRelationship" loCatId="relationship" qsTypeId="urn:microsoft.com/office/officeart/2005/8/quickstyle/simple1#1" qsCatId="simple" csTypeId="urn:microsoft.com/office/officeart/2005/8/colors/accent1_2#1" csCatId="accent1" phldr="1"/>
      <dgm:spPr/>
      <dgm:t>
        <a:bodyPr/>
        <a:lstStyle/>
        <a:p>
          <a:endParaRPr lang="en-US"/>
        </a:p>
      </dgm:t>
    </dgm:pt>
    <dgm:pt modelId="{7471396E-5E0D-4F05-B030-204ED8A04EBF}">
      <dgm:prSet phldrT="[Text]" phldr="0"/>
      <dgm:spPr/>
      <dgm:t>
        <a:bodyPr/>
        <a:lstStyle/>
        <a:p>
          <a:r>
            <a:rPr lang="en-US" dirty="0"/>
            <a:t>Vector</a:t>
          </a:r>
        </a:p>
        <a:p>
          <a:r>
            <a:rPr lang="en-US" dirty="0"/>
            <a:t>DB</a:t>
          </a:r>
        </a:p>
      </dgm:t>
    </dgm:pt>
    <dgm:pt modelId="{BB596DA0-EBCC-4D63-9F2B-C5B2ECB5E63D}" type="parTrans" cxnId="{F64703B4-E11E-4DEA-B55E-EEA6B0B65862}">
      <dgm:prSet/>
      <dgm:spPr/>
      <dgm:t>
        <a:bodyPr/>
        <a:lstStyle/>
        <a:p>
          <a:endParaRPr lang="en-US"/>
        </a:p>
      </dgm:t>
    </dgm:pt>
    <dgm:pt modelId="{6CB3E3D3-A849-4318-92F0-B4C403AA6251}" type="sibTrans" cxnId="{F64703B4-E11E-4DEA-B55E-EEA6B0B65862}">
      <dgm:prSet/>
      <dgm:spPr/>
      <dgm:t>
        <a:bodyPr/>
        <a:lstStyle/>
        <a:p>
          <a:endParaRPr lang="en-US"/>
        </a:p>
      </dgm:t>
    </dgm:pt>
    <dgm:pt modelId="{58F42542-F23C-4DB4-A948-D51050DCC518}">
      <dgm:prSet phldrT="[Text]" phldr="1"/>
      <dgm:spPr/>
      <dgm:t>
        <a:bodyPr/>
        <a:lstStyle/>
        <a:p>
          <a:endParaRPr lang="en-US"/>
        </a:p>
      </dgm:t>
    </dgm:pt>
    <dgm:pt modelId="{DF88BC88-0362-4EE1-AA74-D1FC3E90A55A}" type="parTrans" cxnId="{4F40101E-A594-4933-AF09-42E2269BF22A}">
      <dgm:prSet/>
      <dgm:spPr/>
      <dgm:t>
        <a:bodyPr/>
        <a:lstStyle/>
        <a:p>
          <a:endParaRPr lang="en-US"/>
        </a:p>
      </dgm:t>
    </dgm:pt>
    <dgm:pt modelId="{51E03D46-8EF8-4E29-95DF-2C38A2A4E337}" type="sibTrans" cxnId="{4F40101E-A594-4933-AF09-42E2269BF22A}">
      <dgm:prSet/>
      <dgm:spPr/>
      <dgm:t>
        <a:bodyPr/>
        <a:lstStyle/>
        <a:p>
          <a:endParaRPr lang="en-US"/>
        </a:p>
      </dgm:t>
    </dgm:pt>
    <dgm:pt modelId="{2240AA3B-FCA1-41D4-8E2F-AD2F66AB788D}">
      <dgm:prSet phldrT="[Text]" phldr="1"/>
      <dgm:spPr/>
      <dgm:t>
        <a:bodyPr/>
        <a:lstStyle/>
        <a:p>
          <a:endParaRPr lang="en-US"/>
        </a:p>
      </dgm:t>
    </dgm:pt>
    <dgm:pt modelId="{9DA39743-962F-4A96-A263-286C42AAC07F}" type="parTrans" cxnId="{AA71DE93-B120-4F6D-B70A-CBB82CDFB415}">
      <dgm:prSet/>
      <dgm:spPr/>
      <dgm:t>
        <a:bodyPr/>
        <a:lstStyle/>
        <a:p>
          <a:endParaRPr lang="en-US"/>
        </a:p>
      </dgm:t>
    </dgm:pt>
    <dgm:pt modelId="{CF59EC4B-43E9-48B5-82A1-051EE30F547D}" type="sibTrans" cxnId="{AA71DE93-B120-4F6D-B70A-CBB82CDFB415}">
      <dgm:prSet/>
      <dgm:spPr/>
      <dgm:t>
        <a:bodyPr/>
        <a:lstStyle/>
        <a:p>
          <a:endParaRPr lang="en-US"/>
        </a:p>
      </dgm:t>
    </dgm:pt>
    <dgm:pt modelId="{EF438D1E-71C4-46ED-A3DE-5A1F3C392B2C}" type="pres">
      <dgm:prSet presAssocID="{0BA52107-39E8-4576-8780-3304CAA4FC93}" presName="Name0" presStyleCnt="0">
        <dgm:presLayoutVars>
          <dgm:chMax val="1"/>
          <dgm:chPref val="1"/>
        </dgm:presLayoutVars>
      </dgm:prSet>
      <dgm:spPr/>
    </dgm:pt>
    <dgm:pt modelId="{00AE08E6-73CC-4573-B71C-56304B469124}" type="pres">
      <dgm:prSet presAssocID="{7471396E-5E0D-4F05-B030-204ED8A04EBF}" presName="Parent" presStyleLbl="node0" presStyleIdx="0" presStyleCnt="1">
        <dgm:presLayoutVars>
          <dgm:chMax val="5"/>
          <dgm:chPref val="5"/>
        </dgm:presLayoutVars>
      </dgm:prSet>
      <dgm:spPr/>
    </dgm:pt>
    <dgm:pt modelId="{A6DA4ED0-9BBD-4C7D-975C-D878026588D8}" type="pres">
      <dgm:prSet presAssocID="{7471396E-5E0D-4F05-B030-204ED8A04EBF}" presName="Accent1" presStyleLbl="node1" presStyleIdx="0" presStyleCnt="13"/>
      <dgm:spPr/>
    </dgm:pt>
    <dgm:pt modelId="{22572360-5085-4433-BC20-D6E7852D26FA}" type="pres">
      <dgm:prSet presAssocID="{7471396E-5E0D-4F05-B030-204ED8A04EBF}" presName="Accent2" presStyleLbl="node1" presStyleIdx="1" presStyleCnt="13"/>
      <dgm:spPr/>
    </dgm:pt>
    <dgm:pt modelId="{CF1B8F50-AAB2-49C0-BF08-DBCEA2F4D078}" type="pres">
      <dgm:prSet presAssocID="{7471396E-5E0D-4F05-B030-204ED8A04EBF}" presName="Accent3" presStyleLbl="node1" presStyleIdx="2" presStyleCnt="13"/>
      <dgm:spPr/>
    </dgm:pt>
    <dgm:pt modelId="{4DAD8755-BF3D-4D3A-924D-235D7A43B3F6}" type="pres">
      <dgm:prSet presAssocID="{7471396E-5E0D-4F05-B030-204ED8A04EBF}" presName="Accent4" presStyleLbl="node1" presStyleIdx="3" presStyleCnt="13"/>
      <dgm:spPr/>
    </dgm:pt>
    <dgm:pt modelId="{D9ACA4A6-F918-48DB-96F0-B49EC43467F6}" type="pres">
      <dgm:prSet presAssocID="{7471396E-5E0D-4F05-B030-204ED8A04EBF}" presName="Accent5" presStyleLbl="node1" presStyleIdx="4" presStyleCnt="13"/>
      <dgm:spPr/>
    </dgm:pt>
    <dgm:pt modelId="{178DB9E5-D949-41EB-9FBB-EEA0A37D6900}" type="pres">
      <dgm:prSet presAssocID="{7471396E-5E0D-4F05-B030-204ED8A04EBF}" presName="Accent6" presStyleLbl="node1" presStyleIdx="5" presStyleCnt="13"/>
      <dgm:spPr/>
    </dgm:pt>
    <dgm:pt modelId="{08A16AD9-A3E9-4655-A9A4-B7B6016D64B9}" type="pres">
      <dgm:prSet presAssocID="{58F42542-F23C-4DB4-A948-D51050DCC518}" presName="Child1" presStyleLbl="node1" presStyleIdx="6" presStyleCnt="13">
        <dgm:presLayoutVars>
          <dgm:chMax val="0"/>
          <dgm:chPref val="0"/>
        </dgm:presLayoutVars>
      </dgm:prSet>
      <dgm:spPr/>
    </dgm:pt>
    <dgm:pt modelId="{12238280-13A8-409D-9E82-C5E12551D70A}" type="pres">
      <dgm:prSet presAssocID="{58F42542-F23C-4DB4-A948-D51050DCC518}" presName="Accent7" presStyleCnt="0"/>
      <dgm:spPr/>
    </dgm:pt>
    <dgm:pt modelId="{B86BAAD6-C908-4C45-B18E-5C588284EA45}" type="pres">
      <dgm:prSet presAssocID="{58F42542-F23C-4DB4-A948-D51050DCC518}" presName="AccentHold1" presStyleLbl="node1" presStyleIdx="7" presStyleCnt="13"/>
      <dgm:spPr/>
    </dgm:pt>
    <dgm:pt modelId="{19D85D1C-5DD2-4656-8CD1-1027D71A6E13}" type="pres">
      <dgm:prSet presAssocID="{58F42542-F23C-4DB4-A948-D51050DCC518}" presName="Accent8" presStyleCnt="0"/>
      <dgm:spPr/>
    </dgm:pt>
    <dgm:pt modelId="{5C23FFDB-CC4F-4C3C-906E-D635B1C4C5F2}" type="pres">
      <dgm:prSet presAssocID="{58F42542-F23C-4DB4-A948-D51050DCC518}" presName="AccentHold2" presStyleLbl="node1" presStyleIdx="8" presStyleCnt="13"/>
      <dgm:spPr/>
    </dgm:pt>
    <dgm:pt modelId="{92693448-0161-407E-AFB2-A23825120CE3}" type="pres">
      <dgm:prSet presAssocID="{2240AA3B-FCA1-41D4-8E2F-AD2F66AB788D}" presName="Child2" presStyleLbl="node1" presStyleIdx="9" presStyleCnt="13">
        <dgm:presLayoutVars>
          <dgm:chMax val="0"/>
          <dgm:chPref val="0"/>
        </dgm:presLayoutVars>
      </dgm:prSet>
      <dgm:spPr/>
    </dgm:pt>
    <dgm:pt modelId="{ABB0C4F4-10A2-4EE4-BEF1-D3164A946CD3}" type="pres">
      <dgm:prSet presAssocID="{2240AA3B-FCA1-41D4-8E2F-AD2F66AB788D}" presName="Accent9" presStyleCnt="0"/>
      <dgm:spPr/>
    </dgm:pt>
    <dgm:pt modelId="{73249667-6BFF-401F-B2CA-B850D1AB3F86}" type="pres">
      <dgm:prSet presAssocID="{2240AA3B-FCA1-41D4-8E2F-AD2F66AB788D}" presName="AccentHold1" presStyleLbl="node1" presStyleIdx="10" presStyleCnt="13"/>
      <dgm:spPr/>
    </dgm:pt>
    <dgm:pt modelId="{9D145BE7-A606-4A0E-8613-588427F825D6}" type="pres">
      <dgm:prSet presAssocID="{2240AA3B-FCA1-41D4-8E2F-AD2F66AB788D}" presName="Accent10" presStyleCnt="0"/>
      <dgm:spPr/>
    </dgm:pt>
    <dgm:pt modelId="{20E48FD7-9899-47C9-A935-6979EC49423A}" type="pres">
      <dgm:prSet presAssocID="{2240AA3B-FCA1-41D4-8E2F-AD2F66AB788D}" presName="AccentHold2" presStyleLbl="node1" presStyleIdx="11" presStyleCnt="13"/>
      <dgm:spPr/>
    </dgm:pt>
    <dgm:pt modelId="{14BB48ED-CC4E-4E46-BD17-5CAB0EB47827}" type="pres">
      <dgm:prSet presAssocID="{2240AA3B-FCA1-41D4-8E2F-AD2F66AB788D}" presName="Accent11" presStyleCnt="0"/>
      <dgm:spPr/>
    </dgm:pt>
    <dgm:pt modelId="{D1BCF55E-D5B9-4B39-8C73-D78A3D0593C2}" type="pres">
      <dgm:prSet presAssocID="{2240AA3B-FCA1-41D4-8E2F-AD2F66AB788D}" presName="AccentHold3" presStyleLbl="node1" presStyleIdx="12" presStyleCnt="13"/>
      <dgm:spPr/>
    </dgm:pt>
  </dgm:ptLst>
  <dgm:cxnLst>
    <dgm:cxn modelId="{7DCE3112-F355-4DA4-AA3E-F5C19DA6482D}" type="presOf" srcId="{0BA52107-39E8-4576-8780-3304CAA4FC93}" destId="{EF438D1E-71C4-46ED-A3DE-5A1F3C392B2C}" srcOrd="0" destOrd="0" presId="urn:microsoft.com/office/officeart/2009/3/layout/CircleRelationship"/>
    <dgm:cxn modelId="{4F40101E-A594-4933-AF09-42E2269BF22A}" srcId="{7471396E-5E0D-4F05-B030-204ED8A04EBF}" destId="{58F42542-F23C-4DB4-A948-D51050DCC518}" srcOrd="0" destOrd="0" parTransId="{DF88BC88-0362-4EE1-AA74-D1FC3E90A55A}" sibTransId="{51E03D46-8EF8-4E29-95DF-2C38A2A4E337}"/>
    <dgm:cxn modelId="{1B9DA36A-A6DD-4151-AFF0-CE5FB1FA3C84}" type="presOf" srcId="{58F42542-F23C-4DB4-A948-D51050DCC518}" destId="{08A16AD9-A3E9-4655-A9A4-B7B6016D64B9}" srcOrd="0" destOrd="0" presId="urn:microsoft.com/office/officeart/2009/3/layout/CircleRelationship"/>
    <dgm:cxn modelId="{AA71DE93-B120-4F6D-B70A-CBB82CDFB415}" srcId="{7471396E-5E0D-4F05-B030-204ED8A04EBF}" destId="{2240AA3B-FCA1-41D4-8E2F-AD2F66AB788D}" srcOrd="1" destOrd="0" parTransId="{9DA39743-962F-4A96-A263-286C42AAC07F}" sibTransId="{CF59EC4B-43E9-48B5-82A1-051EE30F547D}"/>
    <dgm:cxn modelId="{4C61EFAD-B7FD-4775-9C6E-D3AD3B3AAC17}" type="presOf" srcId="{2240AA3B-FCA1-41D4-8E2F-AD2F66AB788D}" destId="{92693448-0161-407E-AFB2-A23825120CE3}" srcOrd="0" destOrd="0" presId="urn:microsoft.com/office/officeart/2009/3/layout/CircleRelationship"/>
    <dgm:cxn modelId="{F64703B4-E11E-4DEA-B55E-EEA6B0B65862}" srcId="{0BA52107-39E8-4576-8780-3304CAA4FC93}" destId="{7471396E-5E0D-4F05-B030-204ED8A04EBF}" srcOrd="0" destOrd="0" parTransId="{BB596DA0-EBCC-4D63-9F2B-C5B2ECB5E63D}" sibTransId="{6CB3E3D3-A849-4318-92F0-B4C403AA6251}"/>
    <dgm:cxn modelId="{7DD19AC2-0E7D-42EF-91E1-75A348D0EB33}" type="presOf" srcId="{7471396E-5E0D-4F05-B030-204ED8A04EBF}" destId="{00AE08E6-73CC-4573-B71C-56304B469124}" srcOrd="0" destOrd="0" presId="urn:microsoft.com/office/officeart/2009/3/layout/CircleRelationship"/>
    <dgm:cxn modelId="{4DC7A7A3-A3F2-40CD-87D0-175B0EB40517}" type="presParOf" srcId="{EF438D1E-71C4-46ED-A3DE-5A1F3C392B2C}" destId="{00AE08E6-73CC-4573-B71C-56304B469124}" srcOrd="0" destOrd="0" presId="urn:microsoft.com/office/officeart/2009/3/layout/CircleRelationship"/>
    <dgm:cxn modelId="{F15366B9-AE4C-43E7-BC54-F0EE57617485}" type="presParOf" srcId="{EF438D1E-71C4-46ED-A3DE-5A1F3C392B2C}" destId="{A6DA4ED0-9BBD-4C7D-975C-D878026588D8}" srcOrd="1" destOrd="0" presId="urn:microsoft.com/office/officeart/2009/3/layout/CircleRelationship"/>
    <dgm:cxn modelId="{3DD7AA6C-FF11-4B25-B37E-B30CDE1827C0}" type="presParOf" srcId="{EF438D1E-71C4-46ED-A3DE-5A1F3C392B2C}" destId="{22572360-5085-4433-BC20-D6E7852D26FA}" srcOrd="2" destOrd="0" presId="urn:microsoft.com/office/officeart/2009/3/layout/CircleRelationship"/>
    <dgm:cxn modelId="{3BCEB349-7855-4DD6-AD00-B57EF29FAEE3}" type="presParOf" srcId="{EF438D1E-71C4-46ED-A3DE-5A1F3C392B2C}" destId="{CF1B8F50-AAB2-49C0-BF08-DBCEA2F4D078}" srcOrd="3" destOrd="0" presId="urn:microsoft.com/office/officeart/2009/3/layout/CircleRelationship"/>
    <dgm:cxn modelId="{1ED957F4-CC3A-4B09-9AD3-E8D117261F99}" type="presParOf" srcId="{EF438D1E-71C4-46ED-A3DE-5A1F3C392B2C}" destId="{4DAD8755-BF3D-4D3A-924D-235D7A43B3F6}" srcOrd="4" destOrd="0" presId="urn:microsoft.com/office/officeart/2009/3/layout/CircleRelationship"/>
    <dgm:cxn modelId="{DCDA37E7-D07C-469D-85A5-2678FF842984}" type="presParOf" srcId="{EF438D1E-71C4-46ED-A3DE-5A1F3C392B2C}" destId="{D9ACA4A6-F918-48DB-96F0-B49EC43467F6}" srcOrd="5" destOrd="0" presId="urn:microsoft.com/office/officeart/2009/3/layout/CircleRelationship"/>
    <dgm:cxn modelId="{EC616393-D17A-4573-B525-5AD49EA5A46F}" type="presParOf" srcId="{EF438D1E-71C4-46ED-A3DE-5A1F3C392B2C}" destId="{178DB9E5-D949-41EB-9FBB-EEA0A37D6900}" srcOrd="6" destOrd="0" presId="urn:microsoft.com/office/officeart/2009/3/layout/CircleRelationship"/>
    <dgm:cxn modelId="{09F442AF-09EB-45CE-A9ED-208D2F4A243F}" type="presParOf" srcId="{EF438D1E-71C4-46ED-A3DE-5A1F3C392B2C}" destId="{08A16AD9-A3E9-4655-A9A4-B7B6016D64B9}" srcOrd="7" destOrd="0" presId="urn:microsoft.com/office/officeart/2009/3/layout/CircleRelationship"/>
    <dgm:cxn modelId="{BD925076-E672-4450-BC17-683F001A8C20}" type="presParOf" srcId="{EF438D1E-71C4-46ED-A3DE-5A1F3C392B2C}" destId="{12238280-13A8-409D-9E82-C5E12551D70A}" srcOrd="8" destOrd="0" presId="urn:microsoft.com/office/officeart/2009/3/layout/CircleRelationship"/>
    <dgm:cxn modelId="{0A52E38D-8827-485B-A79C-27C8F92FA273}" type="presParOf" srcId="{12238280-13A8-409D-9E82-C5E12551D70A}" destId="{B86BAAD6-C908-4C45-B18E-5C588284EA45}" srcOrd="0" destOrd="0" presId="urn:microsoft.com/office/officeart/2009/3/layout/CircleRelationship"/>
    <dgm:cxn modelId="{2BEFE1DC-D5B8-41A5-A790-AA433588FCB0}" type="presParOf" srcId="{EF438D1E-71C4-46ED-A3DE-5A1F3C392B2C}" destId="{19D85D1C-5DD2-4656-8CD1-1027D71A6E13}" srcOrd="9" destOrd="0" presId="urn:microsoft.com/office/officeart/2009/3/layout/CircleRelationship"/>
    <dgm:cxn modelId="{69854565-9615-488D-B65E-BF11C8432335}" type="presParOf" srcId="{19D85D1C-5DD2-4656-8CD1-1027D71A6E13}" destId="{5C23FFDB-CC4F-4C3C-906E-D635B1C4C5F2}" srcOrd="0" destOrd="0" presId="urn:microsoft.com/office/officeart/2009/3/layout/CircleRelationship"/>
    <dgm:cxn modelId="{08DB7494-1DA3-45E2-AFAF-A57CC55DD9EA}" type="presParOf" srcId="{EF438D1E-71C4-46ED-A3DE-5A1F3C392B2C}" destId="{92693448-0161-407E-AFB2-A23825120CE3}" srcOrd="10" destOrd="0" presId="urn:microsoft.com/office/officeart/2009/3/layout/CircleRelationship"/>
    <dgm:cxn modelId="{2451ADE2-2986-45F6-8BC3-EA1A8EA4E96F}" type="presParOf" srcId="{EF438D1E-71C4-46ED-A3DE-5A1F3C392B2C}" destId="{ABB0C4F4-10A2-4EE4-BEF1-D3164A946CD3}" srcOrd="11" destOrd="0" presId="urn:microsoft.com/office/officeart/2009/3/layout/CircleRelationship"/>
    <dgm:cxn modelId="{A05AF471-F363-4E5A-9E44-876478FF2C38}" type="presParOf" srcId="{ABB0C4F4-10A2-4EE4-BEF1-D3164A946CD3}" destId="{73249667-6BFF-401F-B2CA-B850D1AB3F86}" srcOrd="0" destOrd="0" presId="urn:microsoft.com/office/officeart/2009/3/layout/CircleRelationship"/>
    <dgm:cxn modelId="{CCA5D722-6925-42FA-A96B-9617BF0441A1}" type="presParOf" srcId="{EF438D1E-71C4-46ED-A3DE-5A1F3C392B2C}" destId="{9D145BE7-A606-4A0E-8613-588427F825D6}" srcOrd="12" destOrd="0" presId="urn:microsoft.com/office/officeart/2009/3/layout/CircleRelationship"/>
    <dgm:cxn modelId="{876A7F1B-705B-4920-AB72-9C9F47F015E5}" type="presParOf" srcId="{9D145BE7-A606-4A0E-8613-588427F825D6}" destId="{20E48FD7-9899-47C9-A935-6979EC49423A}" srcOrd="0" destOrd="0" presId="urn:microsoft.com/office/officeart/2009/3/layout/CircleRelationship"/>
    <dgm:cxn modelId="{A5811745-4A40-41EA-9ADC-8DDDBD2B4DEB}" type="presParOf" srcId="{EF438D1E-71C4-46ED-A3DE-5A1F3C392B2C}" destId="{14BB48ED-CC4E-4E46-BD17-5CAB0EB47827}" srcOrd="13" destOrd="0" presId="urn:microsoft.com/office/officeart/2009/3/layout/CircleRelationship"/>
    <dgm:cxn modelId="{E7500EE3-D4BD-4A73-A24A-89D7004D6268}" type="presParOf" srcId="{14BB48ED-CC4E-4E46-BD17-5CAB0EB47827}" destId="{D1BCF55E-D5B9-4B39-8C73-D78A3D0593C2}" srcOrd="0" destOrd="0" presId="urn:microsoft.com/office/officeart/2009/3/layout/CircleRelationship"/>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08316A3-21A6-4F0E-A3E9-FE28C2D9C511}" type="doc">
      <dgm:prSet loTypeId="urn:microsoft.com/office/officeart/2005/8/layout/process1" loCatId="process" qsTypeId="urn:microsoft.com/office/officeart/2005/8/quickstyle/3d9#1" qsCatId="3D" csTypeId="urn:microsoft.com/office/officeart/2005/8/colors/accent6_2" csCatId="accent6" phldr="1"/>
      <dgm:spPr/>
      <dgm:t>
        <a:bodyPr/>
        <a:lstStyle/>
        <a:p>
          <a:endParaRPr lang="en-US"/>
        </a:p>
      </dgm:t>
    </dgm:pt>
    <dgm:pt modelId="{73A088B3-8584-4A55-B192-2C68ABDC89A1}">
      <dgm:prSet phldrT="[Text]" phldr="0"/>
      <dgm:spPr/>
      <dgm:t>
        <a:bodyPr/>
        <a:lstStyle/>
        <a:p>
          <a:r>
            <a:rPr lang="en-US" dirty="0"/>
            <a:t>Scrape</a:t>
          </a:r>
        </a:p>
      </dgm:t>
    </dgm:pt>
    <dgm:pt modelId="{2147BA24-A2B7-430A-85DE-99F9244FAFBE}" type="parTrans" cxnId="{344C9301-DF66-4D00-8B49-B91BC968C8DB}">
      <dgm:prSet/>
      <dgm:spPr/>
      <dgm:t>
        <a:bodyPr/>
        <a:lstStyle/>
        <a:p>
          <a:endParaRPr lang="en-US"/>
        </a:p>
      </dgm:t>
    </dgm:pt>
    <dgm:pt modelId="{F0DE13DC-36F5-4CE8-8767-611125A3D13A}" type="sibTrans" cxnId="{344C9301-DF66-4D00-8B49-B91BC968C8DB}">
      <dgm:prSet/>
      <dgm:spPr/>
      <dgm:t>
        <a:bodyPr/>
        <a:lstStyle/>
        <a:p>
          <a:endParaRPr lang="en-US"/>
        </a:p>
      </dgm:t>
    </dgm:pt>
    <dgm:pt modelId="{08795A9A-39FD-45CC-9B17-C8C8B66992D1}">
      <dgm:prSet phldrT="[Text]" phldr="0"/>
      <dgm:spPr/>
      <dgm:t>
        <a:bodyPr/>
        <a:lstStyle/>
        <a:p>
          <a:r>
            <a:rPr lang="en-US" dirty="0"/>
            <a:t>Chunk</a:t>
          </a:r>
        </a:p>
      </dgm:t>
    </dgm:pt>
    <dgm:pt modelId="{473DA7F4-6A22-4BBD-BA6D-EA39182903A5}" type="parTrans" cxnId="{8088E049-F88C-41D6-B821-FC8F2087EBBF}">
      <dgm:prSet/>
      <dgm:spPr/>
      <dgm:t>
        <a:bodyPr/>
        <a:lstStyle/>
        <a:p>
          <a:endParaRPr lang="en-US"/>
        </a:p>
      </dgm:t>
    </dgm:pt>
    <dgm:pt modelId="{C39286FF-377D-4A86-B5C9-24A6D23BF274}" type="sibTrans" cxnId="{8088E049-F88C-41D6-B821-FC8F2087EBBF}">
      <dgm:prSet/>
      <dgm:spPr/>
      <dgm:t>
        <a:bodyPr/>
        <a:lstStyle/>
        <a:p>
          <a:endParaRPr lang="en-US"/>
        </a:p>
      </dgm:t>
    </dgm:pt>
    <dgm:pt modelId="{3B1CD237-A272-43D3-B7A0-5DACB1F27807}">
      <dgm:prSet phldrT="[Text]" phldr="0"/>
      <dgm:spPr/>
      <dgm:t>
        <a:bodyPr/>
        <a:lstStyle/>
        <a:p>
          <a:r>
            <a:rPr lang="en-US" dirty="0"/>
            <a:t>Embed</a:t>
          </a:r>
        </a:p>
      </dgm:t>
    </dgm:pt>
    <dgm:pt modelId="{DC42375E-C300-4FE1-8E85-E5CFFFD553B9}" type="parTrans" cxnId="{6D502BA3-F0B9-4410-B393-822313A591AD}">
      <dgm:prSet/>
      <dgm:spPr/>
      <dgm:t>
        <a:bodyPr/>
        <a:lstStyle/>
        <a:p>
          <a:endParaRPr lang="en-US"/>
        </a:p>
      </dgm:t>
    </dgm:pt>
    <dgm:pt modelId="{324FA2B5-4FAF-48A8-8013-A83D4CF552C6}" type="sibTrans" cxnId="{6D502BA3-F0B9-4410-B393-822313A591AD}">
      <dgm:prSet/>
      <dgm:spPr/>
      <dgm:t>
        <a:bodyPr/>
        <a:lstStyle/>
        <a:p>
          <a:endParaRPr lang="en-US"/>
        </a:p>
      </dgm:t>
    </dgm:pt>
    <dgm:pt modelId="{6D06476E-098B-4FBF-B6E9-D426B067DEE2}" type="pres">
      <dgm:prSet presAssocID="{008316A3-21A6-4F0E-A3E9-FE28C2D9C511}" presName="Name0" presStyleCnt="0">
        <dgm:presLayoutVars>
          <dgm:dir/>
          <dgm:resizeHandles val="exact"/>
        </dgm:presLayoutVars>
      </dgm:prSet>
      <dgm:spPr/>
    </dgm:pt>
    <dgm:pt modelId="{005BAA7F-9E33-45EE-AF51-034888971E92}" type="pres">
      <dgm:prSet presAssocID="{73A088B3-8584-4A55-B192-2C68ABDC89A1}" presName="node" presStyleLbl="node1" presStyleIdx="0" presStyleCnt="3">
        <dgm:presLayoutVars>
          <dgm:bulletEnabled val="1"/>
        </dgm:presLayoutVars>
      </dgm:prSet>
      <dgm:spPr/>
    </dgm:pt>
    <dgm:pt modelId="{10BD7ABE-FAE1-47DF-B8CC-588111007C1E}" type="pres">
      <dgm:prSet presAssocID="{F0DE13DC-36F5-4CE8-8767-611125A3D13A}" presName="sibTrans" presStyleLbl="sibTrans2D1" presStyleIdx="0" presStyleCnt="2"/>
      <dgm:spPr/>
    </dgm:pt>
    <dgm:pt modelId="{8808323E-F009-491F-9ECD-0AFD09715AFB}" type="pres">
      <dgm:prSet presAssocID="{F0DE13DC-36F5-4CE8-8767-611125A3D13A}" presName="connectorText" presStyleLbl="sibTrans2D1" presStyleIdx="0" presStyleCnt="2"/>
      <dgm:spPr/>
    </dgm:pt>
    <dgm:pt modelId="{2E17B990-8613-49B6-AF72-1051257F909A}" type="pres">
      <dgm:prSet presAssocID="{08795A9A-39FD-45CC-9B17-C8C8B66992D1}" presName="node" presStyleLbl="node1" presStyleIdx="1" presStyleCnt="3">
        <dgm:presLayoutVars>
          <dgm:bulletEnabled val="1"/>
        </dgm:presLayoutVars>
      </dgm:prSet>
      <dgm:spPr/>
    </dgm:pt>
    <dgm:pt modelId="{F47CDD83-E97B-4026-BE72-C4A3A56792D6}" type="pres">
      <dgm:prSet presAssocID="{C39286FF-377D-4A86-B5C9-24A6D23BF274}" presName="sibTrans" presStyleLbl="sibTrans2D1" presStyleIdx="1" presStyleCnt="2"/>
      <dgm:spPr/>
    </dgm:pt>
    <dgm:pt modelId="{FD67F9CD-BAC8-449D-811E-0945BD824917}" type="pres">
      <dgm:prSet presAssocID="{C39286FF-377D-4A86-B5C9-24A6D23BF274}" presName="connectorText" presStyleLbl="sibTrans2D1" presStyleIdx="1" presStyleCnt="2"/>
      <dgm:spPr/>
    </dgm:pt>
    <dgm:pt modelId="{543024E2-7749-482A-8AFA-BAF31E7DD926}" type="pres">
      <dgm:prSet presAssocID="{3B1CD237-A272-43D3-B7A0-5DACB1F27807}" presName="node" presStyleLbl="node1" presStyleIdx="2" presStyleCnt="3">
        <dgm:presLayoutVars>
          <dgm:bulletEnabled val="1"/>
        </dgm:presLayoutVars>
      </dgm:prSet>
      <dgm:spPr/>
    </dgm:pt>
  </dgm:ptLst>
  <dgm:cxnLst>
    <dgm:cxn modelId="{344C9301-DF66-4D00-8B49-B91BC968C8DB}" srcId="{008316A3-21A6-4F0E-A3E9-FE28C2D9C511}" destId="{73A088B3-8584-4A55-B192-2C68ABDC89A1}" srcOrd="0" destOrd="0" parTransId="{2147BA24-A2B7-430A-85DE-99F9244FAFBE}" sibTransId="{F0DE13DC-36F5-4CE8-8767-611125A3D13A}"/>
    <dgm:cxn modelId="{C3532046-A5D3-4712-84EB-BA09C2FABC7C}" type="presOf" srcId="{C39286FF-377D-4A86-B5C9-24A6D23BF274}" destId="{F47CDD83-E97B-4026-BE72-C4A3A56792D6}" srcOrd="0" destOrd="0" presId="urn:microsoft.com/office/officeart/2005/8/layout/process1"/>
    <dgm:cxn modelId="{8088E049-F88C-41D6-B821-FC8F2087EBBF}" srcId="{008316A3-21A6-4F0E-A3E9-FE28C2D9C511}" destId="{08795A9A-39FD-45CC-9B17-C8C8B66992D1}" srcOrd="1" destOrd="0" parTransId="{473DA7F4-6A22-4BBD-BA6D-EA39182903A5}" sibTransId="{C39286FF-377D-4A86-B5C9-24A6D23BF274}"/>
    <dgm:cxn modelId="{25A6FB6D-D976-43BF-A71F-71B81FB33938}" type="presOf" srcId="{F0DE13DC-36F5-4CE8-8767-611125A3D13A}" destId="{10BD7ABE-FAE1-47DF-B8CC-588111007C1E}" srcOrd="0" destOrd="0" presId="urn:microsoft.com/office/officeart/2005/8/layout/process1"/>
    <dgm:cxn modelId="{010B665A-AA80-46A8-B6B3-B3A0AC4C7527}" type="presOf" srcId="{008316A3-21A6-4F0E-A3E9-FE28C2D9C511}" destId="{6D06476E-098B-4FBF-B6E9-D426B067DEE2}" srcOrd="0" destOrd="0" presId="urn:microsoft.com/office/officeart/2005/8/layout/process1"/>
    <dgm:cxn modelId="{22C6E58F-FCB3-4516-ABFC-61B0B8DA977A}" type="presOf" srcId="{73A088B3-8584-4A55-B192-2C68ABDC89A1}" destId="{005BAA7F-9E33-45EE-AF51-034888971E92}" srcOrd="0" destOrd="0" presId="urn:microsoft.com/office/officeart/2005/8/layout/process1"/>
    <dgm:cxn modelId="{13EC2F91-2018-4E6E-B3DB-18AB0C1E41A7}" type="presOf" srcId="{08795A9A-39FD-45CC-9B17-C8C8B66992D1}" destId="{2E17B990-8613-49B6-AF72-1051257F909A}" srcOrd="0" destOrd="0" presId="urn:microsoft.com/office/officeart/2005/8/layout/process1"/>
    <dgm:cxn modelId="{6D502BA3-F0B9-4410-B393-822313A591AD}" srcId="{008316A3-21A6-4F0E-A3E9-FE28C2D9C511}" destId="{3B1CD237-A272-43D3-B7A0-5DACB1F27807}" srcOrd="2" destOrd="0" parTransId="{DC42375E-C300-4FE1-8E85-E5CFFFD553B9}" sibTransId="{324FA2B5-4FAF-48A8-8013-A83D4CF552C6}"/>
    <dgm:cxn modelId="{195C8BA3-F37E-4298-94AC-B9945555471F}" type="presOf" srcId="{F0DE13DC-36F5-4CE8-8767-611125A3D13A}" destId="{8808323E-F009-491F-9ECD-0AFD09715AFB}" srcOrd="1" destOrd="0" presId="urn:microsoft.com/office/officeart/2005/8/layout/process1"/>
    <dgm:cxn modelId="{F3D870B4-6F4B-454C-993B-8250414F6746}" type="presOf" srcId="{C39286FF-377D-4A86-B5C9-24A6D23BF274}" destId="{FD67F9CD-BAC8-449D-811E-0945BD824917}" srcOrd="1" destOrd="0" presId="urn:microsoft.com/office/officeart/2005/8/layout/process1"/>
    <dgm:cxn modelId="{0870E7D6-1EC8-46EC-AEB4-E8CD57AF5880}" type="presOf" srcId="{3B1CD237-A272-43D3-B7A0-5DACB1F27807}" destId="{543024E2-7749-482A-8AFA-BAF31E7DD926}" srcOrd="0" destOrd="0" presId="urn:microsoft.com/office/officeart/2005/8/layout/process1"/>
    <dgm:cxn modelId="{63F4915A-B0F0-4A0A-9B07-D03D17B6CC5A}" type="presParOf" srcId="{6D06476E-098B-4FBF-B6E9-D426B067DEE2}" destId="{005BAA7F-9E33-45EE-AF51-034888971E92}" srcOrd="0" destOrd="0" presId="urn:microsoft.com/office/officeart/2005/8/layout/process1"/>
    <dgm:cxn modelId="{E14A775A-4978-4A47-99E8-79684A523F75}" type="presParOf" srcId="{6D06476E-098B-4FBF-B6E9-D426B067DEE2}" destId="{10BD7ABE-FAE1-47DF-B8CC-588111007C1E}" srcOrd="1" destOrd="0" presId="urn:microsoft.com/office/officeart/2005/8/layout/process1"/>
    <dgm:cxn modelId="{68BD994E-4D46-4A41-BD5A-33D7A1038AB1}" type="presParOf" srcId="{10BD7ABE-FAE1-47DF-B8CC-588111007C1E}" destId="{8808323E-F009-491F-9ECD-0AFD09715AFB}" srcOrd="0" destOrd="0" presId="urn:microsoft.com/office/officeart/2005/8/layout/process1"/>
    <dgm:cxn modelId="{35C4F8C6-B0CF-4D2E-B176-52FC3C7BCABF}" type="presParOf" srcId="{6D06476E-098B-4FBF-B6E9-D426B067DEE2}" destId="{2E17B990-8613-49B6-AF72-1051257F909A}" srcOrd="2" destOrd="0" presId="urn:microsoft.com/office/officeart/2005/8/layout/process1"/>
    <dgm:cxn modelId="{848F82BC-2A29-4F35-8F9A-C6021C48450C}" type="presParOf" srcId="{6D06476E-098B-4FBF-B6E9-D426B067DEE2}" destId="{F47CDD83-E97B-4026-BE72-C4A3A56792D6}" srcOrd="3" destOrd="0" presId="urn:microsoft.com/office/officeart/2005/8/layout/process1"/>
    <dgm:cxn modelId="{DAC28A61-2C23-40AD-8FDF-A9E94CAA557F}" type="presParOf" srcId="{F47CDD83-E97B-4026-BE72-C4A3A56792D6}" destId="{FD67F9CD-BAC8-449D-811E-0945BD824917}" srcOrd="0" destOrd="0" presId="urn:microsoft.com/office/officeart/2005/8/layout/process1"/>
    <dgm:cxn modelId="{B6E12031-1FE9-4E8B-9177-85A25D86F1E5}" type="presParOf" srcId="{6D06476E-098B-4FBF-B6E9-D426B067DEE2}" destId="{543024E2-7749-482A-8AFA-BAF31E7DD926}"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08316A3-21A6-4F0E-A3E9-FE28C2D9C511}" type="doc">
      <dgm:prSet loTypeId="urn:microsoft.com/office/officeart/2005/8/layout/process1" loCatId="process" qsTypeId="urn:microsoft.com/office/officeart/2005/8/quickstyle/3d9#2" qsCatId="3D" csTypeId="urn:microsoft.com/office/officeart/2005/8/colors/accent6_2" csCatId="accent6" phldr="1"/>
      <dgm:spPr/>
      <dgm:t>
        <a:bodyPr/>
        <a:lstStyle/>
        <a:p>
          <a:endParaRPr lang="en-US"/>
        </a:p>
      </dgm:t>
    </dgm:pt>
    <dgm:pt modelId="{73A088B3-8584-4A55-B192-2C68ABDC89A1}">
      <dgm:prSet phldrT="[Text]" phldr="0"/>
      <dgm:spPr/>
      <dgm:t>
        <a:bodyPr/>
        <a:lstStyle/>
        <a:p>
          <a:r>
            <a:rPr lang="en-US" dirty="0"/>
            <a:t>Prompt</a:t>
          </a:r>
        </a:p>
      </dgm:t>
    </dgm:pt>
    <dgm:pt modelId="{2147BA24-A2B7-430A-85DE-99F9244FAFBE}" type="parTrans" cxnId="{344C9301-DF66-4D00-8B49-B91BC968C8DB}">
      <dgm:prSet/>
      <dgm:spPr/>
      <dgm:t>
        <a:bodyPr/>
        <a:lstStyle/>
        <a:p>
          <a:endParaRPr lang="en-US"/>
        </a:p>
      </dgm:t>
    </dgm:pt>
    <dgm:pt modelId="{F0DE13DC-36F5-4CE8-8767-611125A3D13A}" type="sibTrans" cxnId="{344C9301-DF66-4D00-8B49-B91BC968C8DB}">
      <dgm:prSet/>
      <dgm:spPr/>
      <dgm:t>
        <a:bodyPr/>
        <a:lstStyle/>
        <a:p>
          <a:endParaRPr lang="en-US"/>
        </a:p>
      </dgm:t>
    </dgm:pt>
    <dgm:pt modelId="{08795A9A-39FD-45CC-9B17-C8C8B66992D1}">
      <dgm:prSet phldrT="[Text]" phldr="0"/>
      <dgm:spPr/>
      <dgm:t>
        <a:bodyPr/>
        <a:lstStyle/>
        <a:p>
          <a:r>
            <a:rPr lang="en-US" dirty="0"/>
            <a:t>Embed</a:t>
          </a:r>
        </a:p>
      </dgm:t>
    </dgm:pt>
    <dgm:pt modelId="{473DA7F4-6A22-4BBD-BA6D-EA39182903A5}" type="parTrans" cxnId="{8088E049-F88C-41D6-B821-FC8F2087EBBF}">
      <dgm:prSet/>
      <dgm:spPr/>
      <dgm:t>
        <a:bodyPr/>
        <a:lstStyle/>
        <a:p>
          <a:endParaRPr lang="en-US"/>
        </a:p>
      </dgm:t>
    </dgm:pt>
    <dgm:pt modelId="{C39286FF-377D-4A86-B5C9-24A6D23BF274}" type="sibTrans" cxnId="{8088E049-F88C-41D6-B821-FC8F2087EBBF}">
      <dgm:prSet/>
      <dgm:spPr/>
      <dgm:t>
        <a:bodyPr/>
        <a:lstStyle/>
        <a:p>
          <a:endParaRPr lang="en-US"/>
        </a:p>
      </dgm:t>
    </dgm:pt>
    <dgm:pt modelId="{3B1CD237-A272-43D3-B7A0-5DACB1F27807}">
      <dgm:prSet phldrT="[Text]" phldr="0"/>
      <dgm:spPr>
        <a:solidFill>
          <a:srgbClr val="92D050"/>
        </a:solidFill>
      </dgm:spPr>
      <dgm:t>
        <a:bodyPr/>
        <a:lstStyle/>
        <a:p>
          <a:r>
            <a:rPr lang="en-US" dirty="0"/>
            <a:t>Search</a:t>
          </a:r>
        </a:p>
      </dgm:t>
    </dgm:pt>
    <dgm:pt modelId="{DC42375E-C300-4FE1-8E85-E5CFFFD553B9}" type="parTrans" cxnId="{6D502BA3-F0B9-4410-B393-822313A591AD}">
      <dgm:prSet/>
      <dgm:spPr/>
      <dgm:t>
        <a:bodyPr/>
        <a:lstStyle/>
        <a:p>
          <a:endParaRPr lang="en-US"/>
        </a:p>
      </dgm:t>
    </dgm:pt>
    <dgm:pt modelId="{324FA2B5-4FAF-48A8-8013-A83D4CF552C6}" type="sibTrans" cxnId="{6D502BA3-F0B9-4410-B393-822313A591AD}">
      <dgm:prSet/>
      <dgm:spPr/>
      <dgm:t>
        <a:bodyPr/>
        <a:lstStyle/>
        <a:p>
          <a:endParaRPr lang="en-US"/>
        </a:p>
      </dgm:t>
    </dgm:pt>
    <dgm:pt modelId="{6D06476E-098B-4FBF-B6E9-D426B067DEE2}" type="pres">
      <dgm:prSet presAssocID="{008316A3-21A6-4F0E-A3E9-FE28C2D9C511}" presName="Name0" presStyleCnt="0">
        <dgm:presLayoutVars>
          <dgm:dir/>
          <dgm:resizeHandles val="exact"/>
        </dgm:presLayoutVars>
      </dgm:prSet>
      <dgm:spPr/>
    </dgm:pt>
    <dgm:pt modelId="{005BAA7F-9E33-45EE-AF51-034888971E92}" type="pres">
      <dgm:prSet presAssocID="{73A088B3-8584-4A55-B192-2C68ABDC89A1}" presName="node" presStyleLbl="node1" presStyleIdx="0" presStyleCnt="3">
        <dgm:presLayoutVars>
          <dgm:bulletEnabled val="1"/>
        </dgm:presLayoutVars>
      </dgm:prSet>
      <dgm:spPr/>
    </dgm:pt>
    <dgm:pt modelId="{10BD7ABE-FAE1-47DF-B8CC-588111007C1E}" type="pres">
      <dgm:prSet presAssocID="{F0DE13DC-36F5-4CE8-8767-611125A3D13A}" presName="sibTrans" presStyleLbl="sibTrans2D1" presStyleIdx="0" presStyleCnt="2"/>
      <dgm:spPr/>
    </dgm:pt>
    <dgm:pt modelId="{8808323E-F009-491F-9ECD-0AFD09715AFB}" type="pres">
      <dgm:prSet presAssocID="{F0DE13DC-36F5-4CE8-8767-611125A3D13A}" presName="connectorText" presStyleLbl="sibTrans2D1" presStyleIdx="0" presStyleCnt="2"/>
      <dgm:spPr/>
    </dgm:pt>
    <dgm:pt modelId="{2E17B990-8613-49B6-AF72-1051257F909A}" type="pres">
      <dgm:prSet presAssocID="{08795A9A-39FD-45CC-9B17-C8C8B66992D1}" presName="node" presStyleLbl="node1" presStyleIdx="1" presStyleCnt="3">
        <dgm:presLayoutVars>
          <dgm:bulletEnabled val="1"/>
        </dgm:presLayoutVars>
      </dgm:prSet>
      <dgm:spPr/>
    </dgm:pt>
    <dgm:pt modelId="{F47CDD83-E97B-4026-BE72-C4A3A56792D6}" type="pres">
      <dgm:prSet presAssocID="{C39286FF-377D-4A86-B5C9-24A6D23BF274}" presName="sibTrans" presStyleLbl="sibTrans2D1" presStyleIdx="1" presStyleCnt="2"/>
      <dgm:spPr/>
    </dgm:pt>
    <dgm:pt modelId="{FD67F9CD-BAC8-449D-811E-0945BD824917}" type="pres">
      <dgm:prSet presAssocID="{C39286FF-377D-4A86-B5C9-24A6D23BF274}" presName="connectorText" presStyleLbl="sibTrans2D1" presStyleIdx="1" presStyleCnt="2"/>
      <dgm:spPr/>
    </dgm:pt>
    <dgm:pt modelId="{543024E2-7749-482A-8AFA-BAF31E7DD926}" type="pres">
      <dgm:prSet presAssocID="{3B1CD237-A272-43D3-B7A0-5DACB1F27807}" presName="node" presStyleLbl="node1" presStyleIdx="2" presStyleCnt="3" custLinFactNeighborX="1896">
        <dgm:presLayoutVars>
          <dgm:bulletEnabled val="1"/>
        </dgm:presLayoutVars>
      </dgm:prSet>
      <dgm:spPr/>
    </dgm:pt>
  </dgm:ptLst>
  <dgm:cxnLst>
    <dgm:cxn modelId="{344C9301-DF66-4D00-8B49-B91BC968C8DB}" srcId="{008316A3-21A6-4F0E-A3E9-FE28C2D9C511}" destId="{73A088B3-8584-4A55-B192-2C68ABDC89A1}" srcOrd="0" destOrd="0" parTransId="{2147BA24-A2B7-430A-85DE-99F9244FAFBE}" sibTransId="{F0DE13DC-36F5-4CE8-8767-611125A3D13A}"/>
    <dgm:cxn modelId="{C3532046-A5D3-4712-84EB-BA09C2FABC7C}" type="presOf" srcId="{C39286FF-377D-4A86-B5C9-24A6D23BF274}" destId="{F47CDD83-E97B-4026-BE72-C4A3A56792D6}" srcOrd="0" destOrd="0" presId="urn:microsoft.com/office/officeart/2005/8/layout/process1"/>
    <dgm:cxn modelId="{8088E049-F88C-41D6-B821-FC8F2087EBBF}" srcId="{008316A3-21A6-4F0E-A3E9-FE28C2D9C511}" destId="{08795A9A-39FD-45CC-9B17-C8C8B66992D1}" srcOrd="1" destOrd="0" parTransId="{473DA7F4-6A22-4BBD-BA6D-EA39182903A5}" sibTransId="{C39286FF-377D-4A86-B5C9-24A6D23BF274}"/>
    <dgm:cxn modelId="{25A6FB6D-D976-43BF-A71F-71B81FB33938}" type="presOf" srcId="{F0DE13DC-36F5-4CE8-8767-611125A3D13A}" destId="{10BD7ABE-FAE1-47DF-B8CC-588111007C1E}" srcOrd="0" destOrd="0" presId="urn:microsoft.com/office/officeart/2005/8/layout/process1"/>
    <dgm:cxn modelId="{010B665A-AA80-46A8-B6B3-B3A0AC4C7527}" type="presOf" srcId="{008316A3-21A6-4F0E-A3E9-FE28C2D9C511}" destId="{6D06476E-098B-4FBF-B6E9-D426B067DEE2}" srcOrd="0" destOrd="0" presId="urn:microsoft.com/office/officeart/2005/8/layout/process1"/>
    <dgm:cxn modelId="{22C6E58F-FCB3-4516-ABFC-61B0B8DA977A}" type="presOf" srcId="{73A088B3-8584-4A55-B192-2C68ABDC89A1}" destId="{005BAA7F-9E33-45EE-AF51-034888971E92}" srcOrd="0" destOrd="0" presId="urn:microsoft.com/office/officeart/2005/8/layout/process1"/>
    <dgm:cxn modelId="{13EC2F91-2018-4E6E-B3DB-18AB0C1E41A7}" type="presOf" srcId="{08795A9A-39FD-45CC-9B17-C8C8B66992D1}" destId="{2E17B990-8613-49B6-AF72-1051257F909A}" srcOrd="0" destOrd="0" presId="urn:microsoft.com/office/officeart/2005/8/layout/process1"/>
    <dgm:cxn modelId="{6D502BA3-F0B9-4410-B393-822313A591AD}" srcId="{008316A3-21A6-4F0E-A3E9-FE28C2D9C511}" destId="{3B1CD237-A272-43D3-B7A0-5DACB1F27807}" srcOrd="2" destOrd="0" parTransId="{DC42375E-C300-4FE1-8E85-E5CFFFD553B9}" sibTransId="{324FA2B5-4FAF-48A8-8013-A83D4CF552C6}"/>
    <dgm:cxn modelId="{195C8BA3-F37E-4298-94AC-B9945555471F}" type="presOf" srcId="{F0DE13DC-36F5-4CE8-8767-611125A3D13A}" destId="{8808323E-F009-491F-9ECD-0AFD09715AFB}" srcOrd="1" destOrd="0" presId="urn:microsoft.com/office/officeart/2005/8/layout/process1"/>
    <dgm:cxn modelId="{F3D870B4-6F4B-454C-993B-8250414F6746}" type="presOf" srcId="{C39286FF-377D-4A86-B5C9-24A6D23BF274}" destId="{FD67F9CD-BAC8-449D-811E-0945BD824917}" srcOrd="1" destOrd="0" presId="urn:microsoft.com/office/officeart/2005/8/layout/process1"/>
    <dgm:cxn modelId="{0870E7D6-1EC8-46EC-AEB4-E8CD57AF5880}" type="presOf" srcId="{3B1CD237-A272-43D3-B7A0-5DACB1F27807}" destId="{543024E2-7749-482A-8AFA-BAF31E7DD926}" srcOrd="0" destOrd="0" presId="urn:microsoft.com/office/officeart/2005/8/layout/process1"/>
    <dgm:cxn modelId="{63F4915A-B0F0-4A0A-9B07-D03D17B6CC5A}" type="presParOf" srcId="{6D06476E-098B-4FBF-B6E9-D426B067DEE2}" destId="{005BAA7F-9E33-45EE-AF51-034888971E92}" srcOrd="0" destOrd="0" presId="urn:microsoft.com/office/officeart/2005/8/layout/process1"/>
    <dgm:cxn modelId="{E14A775A-4978-4A47-99E8-79684A523F75}" type="presParOf" srcId="{6D06476E-098B-4FBF-B6E9-D426B067DEE2}" destId="{10BD7ABE-FAE1-47DF-B8CC-588111007C1E}" srcOrd="1" destOrd="0" presId="urn:microsoft.com/office/officeart/2005/8/layout/process1"/>
    <dgm:cxn modelId="{68BD994E-4D46-4A41-BD5A-33D7A1038AB1}" type="presParOf" srcId="{10BD7ABE-FAE1-47DF-B8CC-588111007C1E}" destId="{8808323E-F009-491F-9ECD-0AFD09715AFB}" srcOrd="0" destOrd="0" presId="urn:microsoft.com/office/officeart/2005/8/layout/process1"/>
    <dgm:cxn modelId="{35C4F8C6-B0CF-4D2E-B176-52FC3C7BCABF}" type="presParOf" srcId="{6D06476E-098B-4FBF-B6E9-D426B067DEE2}" destId="{2E17B990-8613-49B6-AF72-1051257F909A}" srcOrd="2" destOrd="0" presId="urn:microsoft.com/office/officeart/2005/8/layout/process1"/>
    <dgm:cxn modelId="{848F82BC-2A29-4F35-8F9A-C6021C48450C}" type="presParOf" srcId="{6D06476E-098B-4FBF-B6E9-D426B067DEE2}" destId="{F47CDD83-E97B-4026-BE72-C4A3A56792D6}" srcOrd="3" destOrd="0" presId="urn:microsoft.com/office/officeart/2005/8/layout/process1"/>
    <dgm:cxn modelId="{DAC28A61-2C23-40AD-8FDF-A9E94CAA557F}" type="presParOf" srcId="{F47CDD83-E97B-4026-BE72-C4A3A56792D6}" destId="{FD67F9CD-BAC8-449D-811E-0945BD824917}" srcOrd="0" destOrd="0" presId="urn:microsoft.com/office/officeart/2005/8/layout/process1"/>
    <dgm:cxn modelId="{B6E12031-1FE9-4E8B-9177-85A25D86F1E5}" type="presParOf" srcId="{6D06476E-098B-4FBF-B6E9-D426B067DEE2}" destId="{543024E2-7749-482A-8AFA-BAF31E7DD926}" srcOrd="4"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BA52107-39E8-4576-8780-3304CAA4FC93}" type="doc">
      <dgm:prSet loTypeId="urn:microsoft.com/office/officeart/2009/3/layout/CircleRelationship" loCatId="relationship" qsTypeId="urn:microsoft.com/office/officeart/2005/8/quickstyle/simple1#1" qsCatId="simple" csTypeId="urn:microsoft.com/office/officeart/2005/8/colors/accent1_2#1" csCatId="accent1" phldr="1"/>
      <dgm:spPr/>
      <dgm:t>
        <a:bodyPr/>
        <a:lstStyle/>
        <a:p>
          <a:endParaRPr lang="en-US"/>
        </a:p>
      </dgm:t>
    </dgm:pt>
    <dgm:pt modelId="{7471396E-5E0D-4F05-B030-204ED8A04EBF}">
      <dgm:prSet phldrT="[Text]" phldr="0"/>
      <dgm:spPr/>
      <dgm:t>
        <a:bodyPr/>
        <a:lstStyle/>
        <a:p>
          <a:r>
            <a:rPr lang="en-US" dirty="0"/>
            <a:t>Vector</a:t>
          </a:r>
        </a:p>
        <a:p>
          <a:r>
            <a:rPr lang="en-US" dirty="0"/>
            <a:t>DB</a:t>
          </a:r>
        </a:p>
      </dgm:t>
    </dgm:pt>
    <dgm:pt modelId="{BB596DA0-EBCC-4D63-9F2B-C5B2ECB5E63D}" type="parTrans" cxnId="{F64703B4-E11E-4DEA-B55E-EEA6B0B65862}">
      <dgm:prSet/>
      <dgm:spPr/>
      <dgm:t>
        <a:bodyPr/>
        <a:lstStyle/>
        <a:p>
          <a:endParaRPr lang="en-US"/>
        </a:p>
      </dgm:t>
    </dgm:pt>
    <dgm:pt modelId="{6CB3E3D3-A849-4318-92F0-B4C403AA6251}" type="sibTrans" cxnId="{F64703B4-E11E-4DEA-B55E-EEA6B0B65862}">
      <dgm:prSet/>
      <dgm:spPr/>
      <dgm:t>
        <a:bodyPr/>
        <a:lstStyle/>
        <a:p>
          <a:endParaRPr lang="en-US"/>
        </a:p>
      </dgm:t>
    </dgm:pt>
    <dgm:pt modelId="{58F42542-F23C-4DB4-A948-D51050DCC518}">
      <dgm:prSet phldrT="[Text]" phldr="1"/>
      <dgm:spPr/>
      <dgm:t>
        <a:bodyPr/>
        <a:lstStyle/>
        <a:p>
          <a:endParaRPr lang="en-US"/>
        </a:p>
      </dgm:t>
    </dgm:pt>
    <dgm:pt modelId="{DF88BC88-0362-4EE1-AA74-D1FC3E90A55A}" type="parTrans" cxnId="{4F40101E-A594-4933-AF09-42E2269BF22A}">
      <dgm:prSet/>
      <dgm:spPr/>
      <dgm:t>
        <a:bodyPr/>
        <a:lstStyle/>
        <a:p>
          <a:endParaRPr lang="en-US"/>
        </a:p>
      </dgm:t>
    </dgm:pt>
    <dgm:pt modelId="{51E03D46-8EF8-4E29-95DF-2C38A2A4E337}" type="sibTrans" cxnId="{4F40101E-A594-4933-AF09-42E2269BF22A}">
      <dgm:prSet/>
      <dgm:spPr/>
      <dgm:t>
        <a:bodyPr/>
        <a:lstStyle/>
        <a:p>
          <a:endParaRPr lang="en-US"/>
        </a:p>
      </dgm:t>
    </dgm:pt>
    <dgm:pt modelId="{2240AA3B-FCA1-41D4-8E2F-AD2F66AB788D}">
      <dgm:prSet phldrT="[Text]" phldr="1"/>
      <dgm:spPr/>
      <dgm:t>
        <a:bodyPr/>
        <a:lstStyle/>
        <a:p>
          <a:endParaRPr lang="en-US"/>
        </a:p>
      </dgm:t>
    </dgm:pt>
    <dgm:pt modelId="{9DA39743-962F-4A96-A263-286C42AAC07F}" type="parTrans" cxnId="{AA71DE93-B120-4F6D-B70A-CBB82CDFB415}">
      <dgm:prSet/>
      <dgm:spPr/>
      <dgm:t>
        <a:bodyPr/>
        <a:lstStyle/>
        <a:p>
          <a:endParaRPr lang="en-US"/>
        </a:p>
      </dgm:t>
    </dgm:pt>
    <dgm:pt modelId="{CF59EC4B-43E9-48B5-82A1-051EE30F547D}" type="sibTrans" cxnId="{AA71DE93-B120-4F6D-B70A-CBB82CDFB415}">
      <dgm:prSet/>
      <dgm:spPr/>
      <dgm:t>
        <a:bodyPr/>
        <a:lstStyle/>
        <a:p>
          <a:endParaRPr lang="en-US"/>
        </a:p>
      </dgm:t>
    </dgm:pt>
    <dgm:pt modelId="{EF438D1E-71C4-46ED-A3DE-5A1F3C392B2C}" type="pres">
      <dgm:prSet presAssocID="{0BA52107-39E8-4576-8780-3304CAA4FC93}" presName="Name0" presStyleCnt="0">
        <dgm:presLayoutVars>
          <dgm:chMax val="1"/>
          <dgm:chPref val="1"/>
        </dgm:presLayoutVars>
      </dgm:prSet>
      <dgm:spPr/>
    </dgm:pt>
    <dgm:pt modelId="{00AE08E6-73CC-4573-B71C-56304B469124}" type="pres">
      <dgm:prSet presAssocID="{7471396E-5E0D-4F05-B030-204ED8A04EBF}" presName="Parent" presStyleLbl="node0" presStyleIdx="0" presStyleCnt="1">
        <dgm:presLayoutVars>
          <dgm:chMax val="5"/>
          <dgm:chPref val="5"/>
        </dgm:presLayoutVars>
      </dgm:prSet>
      <dgm:spPr/>
    </dgm:pt>
    <dgm:pt modelId="{A6DA4ED0-9BBD-4C7D-975C-D878026588D8}" type="pres">
      <dgm:prSet presAssocID="{7471396E-5E0D-4F05-B030-204ED8A04EBF}" presName="Accent1" presStyleLbl="node1" presStyleIdx="0" presStyleCnt="13"/>
      <dgm:spPr/>
    </dgm:pt>
    <dgm:pt modelId="{22572360-5085-4433-BC20-D6E7852D26FA}" type="pres">
      <dgm:prSet presAssocID="{7471396E-5E0D-4F05-B030-204ED8A04EBF}" presName="Accent2" presStyleLbl="node1" presStyleIdx="1" presStyleCnt="13"/>
      <dgm:spPr/>
    </dgm:pt>
    <dgm:pt modelId="{CF1B8F50-AAB2-49C0-BF08-DBCEA2F4D078}" type="pres">
      <dgm:prSet presAssocID="{7471396E-5E0D-4F05-B030-204ED8A04EBF}" presName="Accent3" presStyleLbl="node1" presStyleIdx="2" presStyleCnt="13"/>
      <dgm:spPr/>
    </dgm:pt>
    <dgm:pt modelId="{4DAD8755-BF3D-4D3A-924D-235D7A43B3F6}" type="pres">
      <dgm:prSet presAssocID="{7471396E-5E0D-4F05-B030-204ED8A04EBF}" presName="Accent4" presStyleLbl="node1" presStyleIdx="3" presStyleCnt="13"/>
      <dgm:spPr/>
    </dgm:pt>
    <dgm:pt modelId="{D9ACA4A6-F918-48DB-96F0-B49EC43467F6}" type="pres">
      <dgm:prSet presAssocID="{7471396E-5E0D-4F05-B030-204ED8A04EBF}" presName="Accent5" presStyleLbl="node1" presStyleIdx="4" presStyleCnt="13"/>
      <dgm:spPr/>
    </dgm:pt>
    <dgm:pt modelId="{178DB9E5-D949-41EB-9FBB-EEA0A37D6900}" type="pres">
      <dgm:prSet presAssocID="{7471396E-5E0D-4F05-B030-204ED8A04EBF}" presName="Accent6" presStyleLbl="node1" presStyleIdx="5" presStyleCnt="13"/>
      <dgm:spPr/>
    </dgm:pt>
    <dgm:pt modelId="{08A16AD9-A3E9-4655-A9A4-B7B6016D64B9}" type="pres">
      <dgm:prSet presAssocID="{58F42542-F23C-4DB4-A948-D51050DCC518}" presName="Child1" presStyleLbl="node1" presStyleIdx="6" presStyleCnt="13">
        <dgm:presLayoutVars>
          <dgm:chMax val="0"/>
          <dgm:chPref val="0"/>
        </dgm:presLayoutVars>
      </dgm:prSet>
      <dgm:spPr/>
    </dgm:pt>
    <dgm:pt modelId="{12238280-13A8-409D-9E82-C5E12551D70A}" type="pres">
      <dgm:prSet presAssocID="{58F42542-F23C-4DB4-A948-D51050DCC518}" presName="Accent7" presStyleCnt="0"/>
      <dgm:spPr/>
    </dgm:pt>
    <dgm:pt modelId="{B86BAAD6-C908-4C45-B18E-5C588284EA45}" type="pres">
      <dgm:prSet presAssocID="{58F42542-F23C-4DB4-A948-D51050DCC518}" presName="AccentHold1" presStyleLbl="node1" presStyleIdx="7" presStyleCnt="13"/>
      <dgm:spPr/>
    </dgm:pt>
    <dgm:pt modelId="{19D85D1C-5DD2-4656-8CD1-1027D71A6E13}" type="pres">
      <dgm:prSet presAssocID="{58F42542-F23C-4DB4-A948-D51050DCC518}" presName="Accent8" presStyleCnt="0"/>
      <dgm:spPr/>
    </dgm:pt>
    <dgm:pt modelId="{5C23FFDB-CC4F-4C3C-906E-D635B1C4C5F2}" type="pres">
      <dgm:prSet presAssocID="{58F42542-F23C-4DB4-A948-D51050DCC518}" presName="AccentHold2" presStyleLbl="node1" presStyleIdx="8" presStyleCnt="13"/>
      <dgm:spPr/>
    </dgm:pt>
    <dgm:pt modelId="{92693448-0161-407E-AFB2-A23825120CE3}" type="pres">
      <dgm:prSet presAssocID="{2240AA3B-FCA1-41D4-8E2F-AD2F66AB788D}" presName="Child2" presStyleLbl="node1" presStyleIdx="9" presStyleCnt="13">
        <dgm:presLayoutVars>
          <dgm:chMax val="0"/>
          <dgm:chPref val="0"/>
        </dgm:presLayoutVars>
      </dgm:prSet>
      <dgm:spPr/>
    </dgm:pt>
    <dgm:pt modelId="{ABB0C4F4-10A2-4EE4-BEF1-D3164A946CD3}" type="pres">
      <dgm:prSet presAssocID="{2240AA3B-FCA1-41D4-8E2F-AD2F66AB788D}" presName="Accent9" presStyleCnt="0"/>
      <dgm:spPr/>
    </dgm:pt>
    <dgm:pt modelId="{73249667-6BFF-401F-B2CA-B850D1AB3F86}" type="pres">
      <dgm:prSet presAssocID="{2240AA3B-FCA1-41D4-8E2F-AD2F66AB788D}" presName="AccentHold1" presStyleLbl="node1" presStyleIdx="10" presStyleCnt="13"/>
      <dgm:spPr/>
    </dgm:pt>
    <dgm:pt modelId="{9D145BE7-A606-4A0E-8613-588427F825D6}" type="pres">
      <dgm:prSet presAssocID="{2240AA3B-FCA1-41D4-8E2F-AD2F66AB788D}" presName="Accent10" presStyleCnt="0"/>
      <dgm:spPr/>
    </dgm:pt>
    <dgm:pt modelId="{20E48FD7-9899-47C9-A935-6979EC49423A}" type="pres">
      <dgm:prSet presAssocID="{2240AA3B-FCA1-41D4-8E2F-AD2F66AB788D}" presName="AccentHold2" presStyleLbl="node1" presStyleIdx="11" presStyleCnt="13"/>
      <dgm:spPr/>
    </dgm:pt>
    <dgm:pt modelId="{14BB48ED-CC4E-4E46-BD17-5CAB0EB47827}" type="pres">
      <dgm:prSet presAssocID="{2240AA3B-FCA1-41D4-8E2F-AD2F66AB788D}" presName="Accent11" presStyleCnt="0"/>
      <dgm:spPr/>
    </dgm:pt>
    <dgm:pt modelId="{D1BCF55E-D5B9-4B39-8C73-D78A3D0593C2}" type="pres">
      <dgm:prSet presAssocID="{2240AA3B-FCA1-41D4-8E2F-AD2F66AB788D}" presName="AccentHold3" presStyleLbl="node1" presStyleIdx="12" presStyleCnt="13"/>
      <dgm:spPr/>
    </dgm:pt>
  </dgm:ptLst>
  <dgm:cxnLst>
    <dgm:cxn modelId="{7DCE3112-F355-4DA4-AA3E-F5C19DA6482D}" type="presOf" srcId="{0BA52107-39E8-4576-8780-3304CAA4FC93}" destId="{EF438D1E-71C4-46ED-A3DE-5A1F3C392B2C}" srcOrd="0" destOrd="0" presId="urn:microsoft.com/office/officeart/2009/3/layout/CircleRelationship"/>
    <dgm:cxn modelId="{4F40101E-A594-4933-AF09-42E2269BF22A}" srcId="{7471396E-5E0D-4F05-B030-204ED8A04EBF}" destId="{58F42542-F23C-4DB4-A948-D51050DCC518}" srcOrd="0" destOrd="0" parTransId="{DF88BC88-0362-4EE1-AA74-D1FC3E90A55A}" sibTransId="{51E03D46-8EF8-4E29-95DF-2C38A2A4E337}"/>
    <dgm:cxn modelId="{1B9DA36A-A6DD-4151-AFF0-CE5FB1FA3C84}" type="presOf" srcId="{58F42542-F23C-4DB4-A948-D51050DCC518}" destId="{08A16AD9-A3E9-4655-A9A4-B7B6016D64B9}" srcOrd="0" destOrd="0" presId="urn:microsoft.com/office/officeart/2009/3/layout/CircleRelationship"/>
    <dgm:cxn modelId="{AA71DE93-B120-4F6D-B70A-CBB82CDFB415}" srcId="{7471396E-5E0D-4F05-B030-204ED8A04EBF}" destId="{2240AA3B-FCA1-41D4-8E2F-AD2F66AB788D}" srcOrd="1" destOrd="0" parTransId="{9DA39743-962F-4A96-A263-286C42AAC07F}" sibTransId="{CF59EC4B-43E9-48B5-82A1-051EE30F547D}"/>
    <dgm:cxn modelId="{4C61EFAD-B7FD-4775-9C6E-D3AD3B3AAC17}" type="presOf" srcId="{2240AA3B-FCA1-41D4-8E2F-AD2F66AB788D}" destId="{92693448-0161-407E-AFB2-A23825120CE3}" srcOrd="0" destOrd="0" presId="urn:microsoft.com/office/officeart/2009/3/layout/CircleRelationship"/>
    <dgm:cxn modelId="{F64703B4-E11E-4DEA-B55E-EEA6B0B65862}" srcId="{0BA52107-39E8-4576-8780-3304CAA4FC93}" destId="{7471396E-5E0D-4F05-B030-204ED8A04EBF}" srcOrd="0" destOrd="0" parTransId="{BB596DA0-EBCC-4D63-9F2B-C5B2ECB5E63D}" sibTransId="{6CB3E3D3-A849-4318-92F0-B4C403AA6251}"/>
    <dgm:cxn modelId="{7DD19AC2-0E7D-42EF-91E1-75A348D0EB33}" type="presOf" srcId="{7471396E-5E0D-4F05-B030-204ED8A04EBF}" destId="{00AE08E6-73CC-4573-B71C-56304B469124}" srcOrd="0" destOrd="0" presId="urn:microsoft.com/office/officeart/2009/3/layout/CircleRelationship"/>
    <dgm:cxn modelId="{4DC7A7A3-A3F2-40CD-87D0-175B0EB40517}" type="presParOf" srcId="{EF438D1E-71C4-46ED-A3DE-5A1F3C392B2C}" destId="{00AE08E6-73CC-4573-B71C-56304B469124}" srcOrd="0" destOrd="0" presId="urn:microsoft.com/office/officeart/2009/3/layout/CircleRelationship"/>
    <dgm:cxn modelId="{F15366B9-AE4C-43E7-BC54-F0EE57617485}" type="presParOf" srcId="{EF438D1E-71C4-46ED-A3DE-5A1F3C392B2C}" destId="{A6DA4ED0-9BBD-4C7D-975C-D878026588D8}" srcOrd="1" destOrd="0" presId="urn:microsoft.com/office/officeart/2009/3/layout/CircleRelationship"/>
    <dgm:cxn modelId="{3DD7AA6C-FF11-4B25-B37E-B30CDE1827C0}" type="presParOf" srcId="{EF438D1E-71C4-46ED-A3DE-5A1F3C392B2C}" destId="{22572360-5085-4433-BC20-D6E7852D26FA}" srcOrd="2" destOrd="0" presId="urn:microsoft.com/office/officeart/2009/3/layout/CircleRelationship"/>
    <dgm:cxn modelId="{3BCEB349-7855-4DD6-AD00-B57EF29FAEE3}" type="presParOf" srcId="{EF438D1E-71C4-46ED-A3DE-5A1F3C392B2C}" destId="{CF1B8F50-AAB2-49C0-BF08-DBCEA2F4D078}" srcOrd="3" destOrd="0" presId="urn:microsoft.com/office/officeart/2009/3/layout/CircleRelationship"/>
    <dgm:cxn modelId="{1ED957F4-CC3A-4B09-9AD3-E8D117261F99}" type="presParOf" srcId="{EF438D1E-71C4-46ED-A3DE-5A1F3C392B2C}" destId="{4DAD8755-BF3D-4D3A-924D-235D7A43B3F6}" srcOrd="4" destOrd="0" presId="urn:microsoft.com/office/officeart/2009/3/layout/CircleRelationship"/>
    <dgm:cxn modelId="{DCDA37E7-D07C-469D-85A5-2678FF842984}" type="presParOf" srcId="{EF438D1E-71C4-46ED-A3DE-5A1F3C392B2C}" destId="{D9ACA4A6-F918-48DB-96F0-B49EC43467F6}" srcOrd="5" destOrd="0" presId="urn:microsoft.com/office/officeart/2009/3/layout/CircleRelationship"/>
    <dgm:cxn modelId="{EC616393-D17A-4573-B525-5AD49EA5A46F}" type="presParOf" srcId="{EF438D1E-71C4-46ED-A3DE-5A1F3C392B2C}" destId="{178DB9E5-D949-41EB-9FBB-EEA0A37D6900}" srcOrd="6" destOrd="0" presId="urn:microsoft.com/office/officeart/2009/3/layout/CircleRelationship"/>
    <dgm:cxn modelId="{09F442AF-09EB-45CE-A9ED-208D2F4A243F}" type="presParOf" srcId="{EF438D1E-71C4-46ED-A3DE-5A1F3C392B2C}" destId="{08A16AD9-A3E9-4655-A9A4-B7B6016D64B9}" srcOrd="7" destOrd="0" presId="urn:microsoft.com/office/officeart/2009/3/layout/CircleRelationship"/>
    <dgm:cxn modelId="{BD925076-E672-4450-BC17-683F001A8C20}" type="presParOf" srcId="{EF438D1E-71C4-46ED-A3DE-5A1F3C392B2C}" destId="{12238280-13A8-409D-9E82-C5E12551D70A}" srcOrd="8" destOrd="0" presId="urn:microsoft.com/office/officeart/2009/3/layout/CircleRelationship"/>
    <dgm:cxn modelId="{0A52E38D-8827-485B-A79C-27C8F92FA273}" type="presParOf" srcId="{12238280-13A8-409D-9E82-C5E12551D70A}" destId="{B86BAAD6-C908-4C45-B18E-5C588284EA45}" srcOrd="0" destOrd="0" presId="urn:microsoft.com/office/officeart/2009/3/layout/CircleRelationship"/>
    <dgm:cxn modelId="{2BEFE1DC-D5B8-41A5-A790-AA433588FCB0}" type="presParOf" srcId="{EF438D1E-71C4-46ED-A3DE-5A1F3C392B2C}" destId="{19D85D1C-5DD2-4656-8CD1-1027D71A6E13}" srcOrd="9" destOrd="0" presId="urn:microsoft.com/office/officeart/2009/3/layout/CircleRelationship"/>
    <dgm:cxn modelId="{69854565-9615-488D-B65E-BF11C8432335}" type="presParOf" srcId="{19D85D1C-5DD2-4656-8CD1-1027D71A6E13}" destId="{5C23FFDB-CC4F-4C3C-906E-D635B1C4C5F2}" srcOrd="0" destOrd="0" presId="urn:microsoft.com/office/officeart/2009/3/layout/CircleRelationship"/>
    <dgm:cxn modelId="{08DB7494-1DA3-45E2-AFAF-A57CC55DD9EA}" type="presParOf" srcId="{EF438D1E-71C4-46ED-A3DE-5A1F3C392B2C}" destId="{92693448-0161-407E-AFB2-A23825120CE3}" srcOrd="10" destOrd="0" presId="urn:microsoft.com/office/officeart/2009/3/layout/CircleRelationship"/>
    <dgm:cxn modelId="{2451ADE2-2986-45F6-8BC3-EA1A8EA4E96F}" type="presParOf" srcId="{EF438D1E-71C4-46ED-A3DE-5A1F3C392B2C}" destId="{ABB0C4F4-10A2-4EE4-BEF1-D3164A946CD3}" srcOrd="11" destOrd="0" presId="urn:microsoft.com/office/officeart/2009/3/layout/CircleRelationship"/>
    <dgm:cxn modelId="{A05AF471-F363-4E5A-9E44-876478FF2C38}" type="presParOf" srcId="{ABB0C4F4-10A2-4EE4-BEF1-D3164A946CD3}" destId="{73249667-6BFF-401F-B2CA-B850D1AB3F86}" srcOrd="0" destOrd="0" presId="urn:microsoft.com/office/officeart/2009/3/layout/CircleRelationship"/>
    <dgm:cxn modelId="{CCA5D722-6925-42FA-A96B-9617BF0441A1}" type="presParOf" srcId="{EF438D1E-71C4-46ED-A3DE-5A1F3C392B2C}" destId="{9D145BE7-A606-4A0E-8613-588427F825D6}" srcOrd="12" destOrd="0" presId="urn:microsoft.com/office/officeart/2009/3/layout/CircleRelationship"/>
    <dgm:cxn modelId="{876A7F1B-705B-4920-AB72-9C9F47F015E5}" type="presParOf" srcId="{9D145BE7-A606-4A0E-8613-588427F825D6}" destId="{20E48FD7-9899-47C9-A935-6979EC49423A}" srcOrd="0" destOrd="0" presId="urn:microsoft.com/office/officeart/2009/3/layout/CircleRelationship"/>
    <dgm:cxn modelId="{A5811745-4A40-41EA-9ADC-8DDDBD2B4DEB}" type="presParOf" srcId="{EF438D1E-71C4-46ED-A3DE-5A1F3C392B2C}" destId="{14BB48ED-CC4E-4E46-BD17-5CAB0EB47827}" srcOrd="13" destOrd="0" presId="urn:microsoft.com/office/officeart/2009/3/layout/CircleRelationship"/>
    <dgm:cxn modelId="{E7500EE3-D4BD-4A73-A24A-89D7004D6268}" type="presParOf" srcId="{14BB48ED-CC4E-4E46-BD17-5CAB0EB47827}" destId="{D1BCF55E-D5B9-4B39-8C73-D78A3D0593C2}" srcOrd="0" destOrd="0" presId="urn:microsoft.com/office/officeart/2009/3/layout/CircleRelationship"/>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008316A3-21A6-4F0E-A3E9-FE28C2D9C511}" type="doc">
      <dgm:prSet loTypeId="urn:microsoft.com/office/officeart/2005/8/layout/process1" loCatId="process" qsTypeId="urn:microsoft.com/office/officeart/2005/8/quickstyle/3d9#1" qsCatId="3D" csTypeId="urn:microsoft.com/office/officeart/2005/8/colors/accent6_2" csCatId="accent6" phldr="1"/>
      <dgm:spPr/>
      <dgm:t>
        <a:bodyPr/>
        <a:lstStyle/>
        <a:p>
          <a:endParaRPr lang="en-US"/>
        </a:p>
      </dgm:t>
    </dgm:pt>
    <dgm:pt modelId="{73A088B3-8584-4A55-B192-2C68ABDC89A1}">
      <dgm:prSet phldrT="[Text]" phldr="0"/>
      <dgm:spPr/>
      <dgm:t>
        <a:bodyPr/>
        <a:lstStyle/>
        <a:p>
          <a:r>
            <a:rPr lang="en-US" dirty="0"/>
            <a:t>Scrape</a:t>
          </a:r>
        </a:p>
      </dgm:t>
    </dgm:pt>
    <dgm:pt modelId="{2147BA24-A2B7-430A-85DE-99F9244FAFBE}" type="parTrans" cxnId="{344C9301-DF66-4D00-8B49-B91BC968C8DB}">
      <dgm:prSet/>
      <dgm:spPr/>
      <dgm:t>
        <a:bodyPr/>
        <a:lstStyle/>
        <a:p>
          <a:endParaRPr lang="en-US"/>
        </a:p>
      </dgm:t>
    </dgm:pt>
    <dgm:pt modelId="{F0DE13DC-36F5-4CE8-8767-611125A3D13A}" type="sibTrans" cxnId="{344C9301-DF66-4D00-8B49-B91BC968C8DB}">
      <dgm:prSet/>
      <dgm:spPr/>
      <dgm:t>
        <a:bodyPr/>
        <a:lstStyle/>
        <a:p>
          <a:endParaRPr lang="en-US"/>
        </a:p>
      </dgm:t>
    </dgm:pt>
    <dgm:pt modelId="{08795A9A-39FD-45CC-9B17-C8C8B66992D1}">
      <dgm:prSet phldrT="[Text]" phldr="0"/>
      <dgm:spPr/>
      <dgm:t>
        <a:bodyPr/>
        <a:lstStyle/>
        <a:p>
          <a:r>
            <a:rPr lang="en-US" dirty="0"/>
            <a:t>Chunk</a:t>
          </a:r>
        </a:p>
      </dgm:t>
    </dgm:pt>
    <dgm:pt modelId="{473DA7F4-6A22-4BBD-BA6D-EA39182903A5}" type="parTrans" cxnId="{8088E049-F88C-41D6-B821-FC8F2087EBBF}">
      <dgm:prSet/>
      <dgm:spPr/>
      <dgm:t>
        <a:bodyPr/>
        <a:lstStyle/>
        <a:p>
          <a:endParaRPr lang="en-US"/>
        </a:p>
      </dgm:t>
    </dgm:pt>
    <dgm:pt modelId="{C39286FF-377D-4A86-B5C9-24A6D23BF274}" type="sibTrans" cxnId="{8088E049-F88C-41D6-B821-FC8F2087EBBF}">
      <dgm:prSet/>
      <dgm:spPr/>
      <dgm:t>
        <a:bodyPr/>
        <a:lstStyle/>
        <a:p>
          <a:endParaRPr lang="en-US"/>
        </a:p>
      </dgm:t>
    </dgm:pt>
    <dgm:pt modelId="{3B1CD237-A272-43D3-B7A0-5DACB1F27807}">
      <dgm:prSet phldrT="[Text]" phldr="0"/>
      <dgm:spPr/>
      <dgm:t>
        <a:bodyPr/>
        <a:lstStyle/>
        <a:p>
          <a:r>
            <a:rPr lang="en-US" dirty="0"/>
            <a:t>Embed</a:t>
          </a:r>
        </a:p>
      </dgm:t>
    </dgm:pt>
    <dgm:pt modelId="{DC42375E-C300-4FE1-8E85-E5CFFFD553B9}" type="parTrans" cxnId="{6D502BA3-F0B9-4410-B393-822313A591AD}">
      <dgm:prSet/>
      <dgm:spPr/>
      <dgm:t>
        <a:bodyPr/>
        <a:lstStyle/>
        <a:p>
          <a:endParaRPr lang="en-US"/>
        </a:p>
      </dgm:t>
    </dgm:pt>
    <dgm:pt modelId="{324FA2B5-4FAF-48A8-8013-A83D4CF552C6}" type="sibTrans" cxnId="{6D502BA3-F0B9-4410-B393-822313A591AD}">
      <dgm:prSet/>
      <dgm:spPr/>
      <dgm:t>
        <a:bodyPr/>
        <a:lstStyle/>
        <a:p>
          <a:endParaRPr lang="en-US"/>
        </a:p>
      </dgm:t>
    </dgm:pt>
    <dgm:pt modelId="{6D06476E-098B-4FBF-B6E9-D426B067DEE2}" type="pres">
      <dgm:prSet presAssocID="{008316A3-21A6-4F0E-A3E9-FE28C2D9C511}" presName="Name0" presStyleCnt="0">
        <dgm:presLayoutVars>
          <dgm:dir/>
          <dgm:resizeHandles val="exact"/>
        </dgm:presLayoutVars>
      </dgm:prSet>
      <dgm:spPr/>
    </dgm:pt>
    <dgm:pt modelId="{005BAA7F-9E33-45EE-AF51-034888971E92}" type="pres">
      <dgm:prSet presAssocID="{73A088B3-8584-4A55-B192-2C68ABDC89A1}" presName="node" presStyleLbl="node1" presStyleIdx="0" presStyleCnt="3">
        <dgm:presLayoutVars>
          <dgm:bulletEnabled val="1"/>
        </dgm:presLayoutVars>
      </dgm:prSet>
      <dgm:spPr/>
    </dgm:pt>
    <dgm:pt modelId="{10BD7ABE-FAE1-47DF-B8CC-588111007C1E}" type="pres">
      <dgm:prSet presAssocID="{F0DE13DC-36F5-4CE8-8767-611125A3D13A}" presName="sibTrans" presStyleLbl="sibTrans2D1" presStyleIdx="0" presStyleCnt="2"/>
      <dgm:spPr/>
    </dgm:pt>
    <dgm:pt modelId="{8808323E-F009-491F-9ECD-0AFD09715AFB}" type="pres">
      <dgm:prSet presAssocID="{F0DE13DC-36F5-4CE8-8767-611125A3D13A}" presName="connectorText" presStyleLbl="sibTrans2D1" presStyleIdx="0" presStyleCnt="2"/>
      <dgm:spPr/>
    </dgm:pt>
    <dgm:pt modelId="{2E17B990-8613-49B6-AF72-1051257F909A}" type="pres">
      <dgm:prSet presAssocID="{08795A9A-39FD-45CC-9B17-C8C8B66992D1}" presName="node" presStyleLbl="node1" presStyleIdx="1" presStyleCnt="3">
        <dgm:presLayoutVars>
          <dgm:bulletEnabled val="1"/>
        </dgm:presLayoutVars>
      </dgm:prSet>
      <dgm:spPr/>
    </dgm:pt>
    <dgm:pt modelId="{F47CDD83-E97B-4026-BE72-C4A3A56792D6}" type="pres">
      <dgm:prSet presAssocID="{C39286FF-377D-4A86-B5C9-24A6D23BF274}" presName="sibTrans" presStyleLbl="sibTrans2D1" presStyleIdx="1" presStyleCnt="2"/>
      <dgm:spPr/>
    </dgm:pt>
    <dgm:pt modelId="{FD67F9CD-BAC8-449D-811E-0945BD824917}" type="pres">
      <dgm:prSet presAssocID="{C39286FF-377D-4A86-B5C9-24A6D23BF274}" presName="connectorText" presStyleLbl="sibTrans2D1" presStyleIdx="1" presStyleCnt="2"/>
      <dgm:spPr/>
    </dgm:pt>
    <dgm:pt modelId="{543024E2-7749-482A-8AFA-BAF31E7DD926}" type="pres">
      <dgm:prSet presAssocID="{3B1CD237-A272-43D3-B7A0-5DACB1F27807}" presName="node" presStyleLbl="node1" presStyleIdx="2" presStyleCnt="3">
        <dgm:presLayoutVars>
          <dgm:bulletEnabled val="1"/>
        </dgm:presLayoutVars>
      </dgm:prSet>
      <dgm:spPr/>
    </dgm:pt>
  </dgm:ptLst>
  <dgm:cxnLst>
    <dgm:cxn modelId="{344C9301-DF66-4D00-8B49-B91BC968C8DB}" srcId="{008316A3-21A6-4F0E-A3E9-FE28C2D9C511}" destId="{73A088B3-8584-4A55-B192-2C68ABDC89A1}" srcOrd="0" destOrd="0" parTransId="{2147BA24-A2B7-430A-85DE-99F9244FAFBE}" sibTransId="{F0DE13DC-36F5-4CE8-8767-611125A3D13A}"/>
    <dgm:cxn modelId="{C3532046-A5D3-4712-84EB-BA09C2FABC7C}" type="presOf" srcId="{C39286FF-377D-4A86-B5C9-24A6D23BF274}" destId="{F47CDD83-E97B-4026-BE72-C4A3A56792D6}" srcOrd="0" destOrd="0" presId="urn:microsoft.com/office/officeart/2005/8/layout/process1"/>
    <dgm:cxn modelId="{8088E049-F88C-41D6-B821-FC8F2087EBBF}" srcId="{008316A3-21A6-4F0E-A3E9-FE28C2D9C511}" destId="{08795A9A-39FD-45CC-9B17-C8C8B66992D1}" srcOrd="1" destOrd="0" parTransId="{473DA7F4-6A22-4BBD-BA6D-EA39182903A5}" sibTransId="{C39286FF-377D-4A86-B5C9-24A6D23BF274}"/>
    <dgm:cxn modelId="{25A6FB6D-D976-43BF-A71F-71B81FB33938}" type="presOf" srcId="{F0DE13DC-36F5-4CE8-8767-611125A3D13A}" destId="{10BD7ABE-FAE1-47DF-B8CC-588111007C1E}" srcOrd="0" destOrd="0" presId="urn:microsoft.com/office/officeart/2005/8/layout/process1"/>
    <dgm:cxn modelId="{010B665A-AA80-46A8-B6B3-B3A0AC4C7527}" type="presOf" srcId="{008316A3-21A6-4F0E-A3E9-FE28C2D9C511}" destId="{6D06476E-098B-4FBF-B6E9-D426B067DEE2}" srcOrd="0" destOrd="0" presId="urn:microsoft.com/office/officeart/2005/8/layout/process1"/>
    <dgm:cxn modelId="{22C6E58F-FCB3-4516-ABFC-61B0B8DA977A}" type="presOf" srcId="{73A088B3-8584-4A55-B192-2C68ABDC89A1}" destId="{005BAA7F-9E33-45EE-AF51-034888971E92}" srcOrd="0" destOrd="0" presId="urn:microsoft.com/office/officeart/2005/8/layout/process1"/>
    <dgm:cxn modelId="{13EC2F91-2018-4E6E-B3DB-18AB0C1E41A7}" type="presOf" srcId="{08795A9A-39FD-45CC-9B17-C8C8B66992D1}" destId="{2E17B990-8613-49B6-AF72-1051257F909A}" srcOrd="0" destOrd="0" presId="urn:microsoft.com/office/officeart/2005/8/layout/process1"/>
    <dgm:cxn modelId="{6D502BA3-F0B9-4410-B393-822313A591AD}" srcId="{008316A3-21A6-4F0E-A3E9-FE28C2D9C511}" destId="{3B1CD237-A272-43D3-B7A0-5DACB1F27807}" srcOrd="2" destOrd="0" parTransId="{DC42375E-C300-4FE1-8E85-E5CFFFD553B9}" sibTransId="{324FA2B5-4FAF-48A8-8013-A83D4CF552C6}"/>
    <dgm:cxn modelId="{195C8BA3-F37E-4298-94AC-B9945555471F}" type="presOf" srcId="{F0DE13DC-36F5-4CE8-8767-611125A3D13A}" destId="{8808323E-F009-491F-9ECD-0AFD09715AFB}" srcOrd="1" destOrd="0" presId="urn:microsoft.com/office/officeart/2005/8/layout/process1"/>
    <dgm:cxn modelId="{F3D870B4-6F4B-454C-993B-8250414F6746}" type="presOf" srcId="{C39286FF-377D-4A86-B5C9-24A6D23BF274}" destId="{FD67F9CD-BAC8-449D-811E-0945BD824917}" srcOrd="1" destOrd="0" presId="urn:microsoft.com/office/officeart/2005/8/layout/process1"/>
    <dgm:cxn modelId="{0870E7D6-1EC8-46EC-AEB4-E8CD57AF5880}" type="presOf" srcId="{3B1CD237-A272-43D3-B7A0-5DACB1F27807}" destId="{543024E2-7749-482A-8AFA-BAF31E7DD926}" srcOrd="0" destOrd="0" presId="urn:microsoft.com/office/officeart/2005/8/layout/process1"/>
    <dgm:cxn modelId="{63F4915A-B0F0-4A0A-9B07-D03D17B6CC5A}" type="presParOf" srcId="{6D06476E-098B-4FBF-B6E9-D426B067DEE2}" destId="{005BAA7F-9E33-45EE-AF51-034888971E92}" srcOrd="0" destOrd="0" presId="urn:microsoft.com/office/officeart/2005/8/layout/process1"/>
    <dgm:cxn modelId="{E14A775A-4978-4A47-99E8-79684A523F75}" type="presParOf" srcId="{6D06476E-098B-4FBF-B6E9-D426B067DEE2}" destId="{10BD7ABE-FAE1-47DF-B8CC-588111007C1E}" srcOrd="1" destOrd="0" presId="urn:microsoft.com/office/officeart/2005/8/layout/process1"/>
    <dgm:cxn modelId="{68BD994E-4D46-4A41-BD5A-33D7A1038AB1}" type="presParOf" srcId="{10BD7ABE-FAE1-47DF-B8CC-588111007C1E}" destId="{8808323E-F009-491F-9ECD-0AFD09715AFB}" srcOrd="0" destOrd="0" presId="urn:microsoft.com/office/officeart/2005/8/layout/process1"/>
    <dgm:cxn modelId="{35C4F8C6-B0CF-4D2E-B176-52FC3C7BCABF}" type="presParOf" srcId="{6D06476E-098B-4FBF-B6E9-D426B067DEE2}" destId="{2E17B990-8613-49B6-AF72-1051257F909A}" srcOrd="2" destOrd="0" presId="urn:microsoft.com/office/officeart/2005/8/layout/process1"/>
    <dgm:cxn modelId="{848F82BC-2A29-4F35-8F9A-C6021C48450C}" type="presParOf" srcId="{6D06476E-098B-4FBF-B6E9-D426B067DEE2}" destId="{F47CDD83-E97B-4026-BE72-C4A3A56792D6}" srcOrd="3" destOrd="0" presId="urn:microsoft.com/office/officeart/2005/8/layout/process1"/>
    <dgm:cxn modelId="{DAC28A61-2C23-40AD-8FDF-A9E94CAA557F}" type="presParOf" srcId="{F47CDD83-E97B-4026-BE72-C4A3A56792D6}" destId="{FD67F9CD-BAC8-449D-811E-0945BD824917}" srcOrd="0" destOrd="0" presId="urn:microsoft.com/office/officeart/2005/8/layout/process1"/>
    <dgm:cxn modelId="{B6E12031-1FE9-4E8B-9177-85A25D86F1E5}" type="presParOf" srcId="{6D06476E-098B-4FBF-B6E9-D426B067DEE2}" destId="{543024E2-7749-482A-8AFA-BAF31E7DD926}"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08316A3-21A6-4F0E-A3E9-FE28C2D9C511}" type="doc">
      <dgm:prSet loTypeId="urn:microsoft.com/office/officeart/2005/8/layout/process1" loCatId="process" qsTypeId="urn:microsoft.com/office/officeart/2005/8/quickstyle/3d9#2" qsCatId="3D" csTypeId="urn:microsoft.com/office/officeart/2005/8/colors/accent6_2" csCatId="accent6" phldr="1"/>
      <dgm:spPr/>
      <dgm:t>
        <a:bodyPr/>
        <a:lstStyle/>
        <a:p>
          <a:endParaRPr lang="en-US"/>
        </a:p>
      </dgm:t>
    </dgm:pt>
    <dgm:pt modelId="{73A088B3-8584-4A55-B192-2C68ABDC89A1}">
      <dgm:prSet phldrT="[Text]" phldr="0"/>
      <dgm:spPr/>
      <dgm:t>
        <a:bodyPr/>
        <a:lstStyle/>
        <a:p>
          <a:r>
            <a:rPr lang="en-US" dirty="0"/>
            <a:t>Prompt</a:t>
          </a:r>
        </a:p>
      </dgm:t>
    </dgm:pt>
    <dgm:pt modelId="{2147BA24-A2B7-430A-85DE-99F9244FAFBE}" type="parTrans" cxnId="{344C9301-DF66-4D00-8B49-B91BC968C8DB}">
      <dgm:prSet/>
      <dgm:spPr/>
      <dgm:t>
        <a:bodyPr/>
        <a:lstStyle/>
        <a:p>
          <a:endParaRPr lang="en-US"/>
        </a:p>
      </dgm:t>
    </dgm:pt>
    <dgm:pt modelId="{F0DE13DC-36F5-4CE8-8767-611125A3D13A}" type="sibTrans" cxnId="{344C9301-DF66-4D00-8B49-B91BC968C8DB}">
      <dgm:prSet/>
      <dgm:spPr/>
      <dgm:t>
        <a:bodyPr/>
        <a:lstStyle/>
        <a:p>
          <a:endParaRPr lang="en-US"/>
        </a:p>
      </dgm:t>
    </dgm:pt>
    <dgm:pt modelId="{08795A9A-39FD-45CC-9B17-C8C8B66992D1}">
      <dgm:prSet phldrT="[Text]" phldr="0"/>
      <dgm:spPr/>
      <dgm:t>
        <a:bodyPr/>
        <a:lstStyle/>
        <a:p>
          <a:r>
            <a:rPr lang="en-US" dirty="0"/>
            <a:t>Embed</a:t>
          </a:r>
        </a:p>
      </dgm:t>
    </dgm:pt>
    <dgm:pt modelId="{473DA7F4-6A22-4BBD-BA6D-EA39182903A5}" type="parTrans" cxnId="{8088E049-F88C-41D6-B821-FC8F2087EBBF}">
      <dgm:prSet/>
      <dgm:spPr/>
      <dgm:t>
        <a:bodyPr/>
        <a:lstStyle/>
        <a:p>
          <a:endParaRPr lang="en-US"/>
        </a:p>
      </dgm:t>
    </dgm:pt>
    <dgm:pt modelId="{C39286FF-377D-4A86-B5C9-24A6D23BF274}" type="sibTrans" cxnId="{8088E049-F88C-41D6-B821-FC8F2087EBBF}">
      <dgm:prSet/>
      <dgm:spPr/>
      <dgm:t>
        <a:bodyPr/>
        <a:lstStyle/>
        <a:p>
          <a:endParaRPr lang="en-US"/>
        </a:p>
      </dgm:t>
    </dgm:pt>
    <dgm:pt modelId="{3B1CD237-A272-43D3-B7A0-5DACB1F27807}">
      <dgm:prSet phldrT="[Text]" phldr="0"/>
      <dgm:spPr/>
      <dgm:t>
        <a:bodyPr/>
        <a:lstStyle/>
        <a:p>
          <a:r>
            <a:rPr lang="en-US" dirty="0"/>
            <a:t>Search</a:t>
          </a:r>
        </a:p>
      </dgm:t>
    </dgm:pt>
    <dgm:pt modelId="{DC42375E-C300-4FE1-8E85-E5CFFFD553B9}" type="parTrans" cxnId="{6D502BA3-F0B9-4410-B393-822313A591AD}">
      <dgm:prSet/>
      <dgm:spPr/>
      <dgm:t>
        <a:bodyPr/>
        <a:lstStyle/>
        <a:p>
          <a:endParaRPr lang="en-US"/>
        </a:p>
      </dgm:t>
    </dgm:pt>
    <dgm:pt modelId="{324FA2B5-4FAF-48A8-8013-A83D4CF552C6}" type="sibTrans" cxnId="{6D502BA3-F0B9-4410-B393-822313A591AD}">
      <dgm:prSet/>
      <dgm:spPr/>
      <dgm:t>
        <a:bodyPr/>
        <a:lstStyle/>
        <a:p>
          <a:endParaRPr lang="en-US"/>
        </a:p>
      </dgm:t>
    </dgm:pt>
    <dgm:pt modelId="{6D06476E-098B-4FBF-B6E9-D426B067DEE2}" type="pres">
      <dgm:prSet presAssocID="{008316A3-21A6-4F0E-A3E9-FE28C2D9C511}" presName="Name0" presStyleCnt="0">
        <dgm:presLayoutVars>
          <dgm:dir/>
          <dgm:resizeHandles val="exact"/>
        </dgm:presLayoutVars>
      </dgm:prSet>
      <dgm:spPr/>
    </dgm:pt>
    <dgm:pt modelId="{005BAA7F-9E33-45EE-AF51-034888971E92}" type="pres">
      <dgm:prSet presAssocID="{73A088B3-8584-4A55-B192-2C68ABDC89A1}" presName="node" presStyleLbl="node1" presStyleIdx="0" presStyleCnt="3">
        <dgm:presLayoutVars>
          <dgm:bulletEnabled val="1"/>
        </dgm:presLayoutVars>
      </dgm:prSet>
      <dgm:spPr/>
    </dgm:pt>
    <dgm:pt modelId="{10BD7ABE-FAE1-47DF-B8CC-588111007C1E}" type="pres">
      <dgm:prSet presAssocID="{F0DE13DC-36F5-4CE8-8767-611125A3D13A}" presName="sibTrans" presStyleLbl="sibTrans2D1" presStyleIdx="0" presStyleCnt="2"/>
      <dgm:spPr/>
    </dgm:pt>
    <dgm:pt modelId="{8808323E-F009-491F-9ECD-0AFD09715AFB}" type="pres">
      <dgm:prSet presAssocID="{F0DE13DC-36F5-4CE8-8767-611125A3D13A}" presName="connectorText" presStyleLbl="sibTrans2D1" presStyleIdx="0" presStyleCnt="2"/>
      <dgm:spPr/>
    </dgm:pt>
    <dgm:pt modelId="{2E17B990-8613-49B6-AF72-1051257F909A}" type="pres">
      <dgm:prSet presAssocID="{08795A9A-39FD-45CC-9B17-C8C8B66992D1}" presName="node" presStyleLbl="node1" presStyleIdx="1" presStyleCnt="3">
        <dgm:presLayoutVars>
          <dgm:bulletEnabled val="1"/>
        </dgm:presLayoutVars>
      </dgm:prSet>
      <dgm:spPr/>
    </dgm:pt>
    <dgm:pt modelId="{F47CDD83-E97B-4026-BE72-C4A3A56792D6}" type="pres">
      <dgm:prSet presAssocID="{C39286FF-377D-4A86-B5C9-24A6D23BF274}" presName="sibTrans" presStyleLbl="sibTrans2D1" presStyleIdx="1" presStyleCnt="2"/>
      <dgm:spPr/>
    </dgm:pt>
    <dgm:pt modelId="{FD67F9CD-BAC8-449D-811E-0945BD824917}" type="pres">
      <dgm:prSet presAssocID="{C39286FF-377D-4A86-B5C9-24A6D23BF274}" presName="connectorText" presStyleLbl="sibTrans2D1" presStyleIdx="1" presStyleCnt="2"/>
      <dgm:spPr/>
    </dgm:pt>
    <dgm:pt modelId="{543024E2-7749-482A-8AFA-BAF31E7DD926}" type="pres">
      <dgm:prSet presAssocID="{3B1CD237-A272-43D3-B7A0-5DACB1F27807}" presName="node" presStyleLbl="node1" presStyleIdx="2" presStyleCnt="3" custLinFactNeighborX="1896">
        <dgm:presLayoutVars>
          <dgm:bulletEnabled val="1"/>
        </dgm:presLayoutVars>
      </dgm:prSet>
      <dgm:spPr/>
    </dgm:pt>
  </dgm:ptLst>
  <dgm:cxnLst>
    <dgm:cxn modelId="{344C9301-DF66-4D00-8B49-B91BC968C8DB}" srcId="{008316A3-21A6-4F0E-A3E9-FE28C2D9C511}" destId="{73A088B3-8584-4A55-B192-2C68ABDC89A1}" srcOrd="0" destOrd="0" parTransId="{2147BA24-A2B7-430A-85DE-99F9244FAFBE}" sibTransId="{F0DE13DC-36F5-4CE8-8767-611125A3D13A}"/>
    <dgm:cxn modelId="{C3532046-A5D3-4712-84EB-BA09C2FABC7C}" type="presOf" srcId="{C39286FF-377D-4A86-B5C9-24A6D23BF274}" destId="{F47CDD83-E97B-4026-BE72-C4A3A56792D6}" srcOrd="0" destOrd="0" presId="urn:microsoft.com/office/officeart/2005/8/layout/process1"/>
    <dgm:cxn modelId="{8088E049-F88C-41D6-B821-FC8F2087EBBF}" srcId="{008316A3-21A6-4F0E-A3E9-FE28C2D9C511}" destId="{08795A9A-39FD-45CC-9B17-C8C8B66992D1}" srcOrd="1" destOrd="0" parTransId="{473DA7F4-6A22-4BBD-BA6D-EA39182903A5}" sibTransId="{C39286FF-377D-4A86-B5C9-24A6D23BF274}"/>
    <dgm:cxn modelId="{25A6FB6D-D976-43BF-A71F-71B81FB33938}" type="presOf" srcId="{F0DE13DC-36F5-4CE8-8767-611125A3D13A}" destId="{10BD7ABE-FAE1-47DF-B8CC-588111007C1E}" srcOrd="0" destOrd="0" presId="urn:microsoft.com/office/officeart/2005/8/layout/process1"/>
    <dgm:cxn modelId="{010B665A-AA80-46A8-B6B3-B3A0AC4C7527}" type="presOf" srcId="{008316A3-21A6-4F0E-A3E9-FE28C2D9C511}" destId="{6D06476E-098B-4FBF-B6E9-D426B067DEE2}" srcOrd="0" destOrd="0" presId="urn:microsoft.com/office/officeart/2005/8/layout/process1"/>
    <dgm:cxn modelId="{22C6E58F-FCB3-4516-ABFC-61B0B8DA977A}" type="presOf" srcId="{73A088B3-8584-4A55-B192-2C68ABDC89A1}" destId="{005BAA7F-9E33-45EE-AF51-034888971E92}" srcOrd="0" destOrd="0" presId="urn:microsoft.com/office/officeart/2005/8/layout/process1"/>
    <dgm:cxn modelId="{13EC2F91-2018-4E6E-B3DB-18AB0C1E41A7}" type="presOf" srcId="{08795A9A-39FD-45CC-9B17-C8C8B66992D1}" destId="{2E17B990-8613-49B6-AF72-1051257F909A}" srcOrd="0" destOrd="0" presId="urn:microsoft.com/office/officeart/2005/8/layout/process1"/>
    <dgm:cxn modelId="{6D502BA3-F0B9-4410-B393-822313A591AD}" srcId="{008316A3-21A6-4F0E-A3E9-FE28C2D9C511}" destId="{3B1CD237-A272-43D3-B7A0-5DACB1F27807}" srcOrd="2" destOrd="0" parTransId="{DC42375E-C300-4FE1-8E85-E5CFFFD553B9}" sibTransId="{324FA2B5-4FAF-48A8-8013-A83D4CF552C6}"/>
    <dgm:cxn modelId="{195C8BA3-F37E-4298-94AC-B9945555471F}" type="presOf" srcId="{F0DE13DC-36F5-4CE8-8767-611125A3D13A}" destId="{8808323E-F009-491F-9ECD-0AFD09715AFB}" srcOrd="1" destOrd="0" presId="urn:microsoft.com/office/officeart/2005/8/layout/process1"/>
    <dgm:cxn modelId="{F3D870B4-6F4B-454C-993B-8250414F6746}" type="presOf" srcId="{C39286FF-377D-4A86-B5C9-24A6D23BF274}" destId="{FD67F9CD-BAC8-449D-811E-0945BD824917}" srcOrd="1" destOrd="0" presId="urn:microsoft.com/office/officeart/2005/8/layout/process1"/>
    <dgm:cxn modelId="{0870E7D6-1EC8-46EC-AEB4-E8CD57AF5880}" type="presOf" srcId="{3B1CD237-A272-43D3-B7A0-5DACB1F27807}" destId="{543024E2-7749-482A-8AFA-BAF31E7DD926}" srcOrd="0" destOrd="0" presId="urn:microsoft.com/office/officeart/2005/8/layout/process1"/>
    <dgm:cxn modelId="{63F4915A-B0F0-4A0A-9B07-D03D17B6CC5A}" type="presParOf" srcId="{6D06476E-098B-4FBF-B6E9-D426B067DEE2}" destId="{005BAA7F-9E33-45EE-AF51-034888971E92}" srcOrd="0" destOrd="0" presId="urn:microsoft.com/office/officeart/2005/8/layout/process1"/>
    <dgm:cxn modelId="{E14A775A-4978-4A47-99E8-79684A523F75}" type="presParOf" srcId="{6D06476E-098B-4FBF-B6E9-D426B067DEE2}" destId="{10BD7ABE-FAE1-47DF-B8CC-588111007C1E}" srcOrd="1" destOrd="0" presId="urn:microsoft.com/office/officeart/2005/8/layout/process1"/>
    <dgm:cxn modelId="{68BD994E-4D46-4A41-BD5A-33D7A1038AB1}" type="presParOf" srcId="{10BD7ABE-FAE1-47DF-B8CC-588111007C1E}" destId="{8808323E-F009-491F-9ECD-0AFD09715AFB}" srcOrd="0" destOrd="0" presId="urn:microsoft.com/office/officeart/2005/8/layout/process1"/>
    <dgm:cxn modelId="{35C4F8C6-B0CF-4D2E-B176-52FC3C7BCABF}" type="presParOf" srcId="{6D06476E-098B-4FBF-B6E9-D426B067DEE2}" destId="{2E17B990-8613-49B6-AF72-1051257F909A}" srcOrd="2" destOrd="0" presId="urn:microsoft.com/office/officeart/2005/8/layout/process1"/>
    <dgm:cxn modelId="{848F82BC-2A29-4F35-8F9A-C6021C48450C}" type="presParOf" srcId="{6D06476E-098B-4FBF-B6E9-D426B067DEE2}" destId="{F47CDD83-E97B-4026-BE72-C4A3A56792D6}" srcOrd="3" destOrd="0" presId="urn:microsoft.com/office/officeart/2005/8/layout/process1"/>
    <dgm:cxn modelId="{DAC28A61-2C23-40AD-8FDF-A9E94CAA557F}" type="presParOf" srcId="{F47CDD83-E97B-4026-BE72-C4A3A56792D6}" destId="{FD67F9CD-BAC8-449D-811E-0945BD824917}" srcOrd="0" destOrd="0" presId="urn:microsoft.com/office/officeart/2005/8/layout/process1"/>
    <dgm:cxn modelId="{B6E12031-1FE9-4E8B-9177-85A25D86F1E5}" type="presParOf" srcId="{6D06476E-098B-4FBF-B6E9-D426B067DEE2}" destId="{543024E2-7749-482A-8AFA-BAF31E7DD926}" srcOrd="4"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008316A3-21A6-4F0E-A3E9-FE28C2D9C511}" type="doc">
      <dgm:prSet loTypeId="urn:microsoft.com/office/officeart/2005/8/layout/process1" loCatId="process" qsTypeId="urn:microsoft.com/office/officeart/2005/8/quickstyle/3d9#3" qsCatId="3D" csTypeId="urn:microsoft.com/office/officeart/2005/8/colors/accent6_2" csCatId="accent6" phldr="1"/>
      <dgm:spPr/>
      <dgm:t>
        <a:bodyPr/>
        <a:lstStyle/>
        <a:p>
          <a:endParaRPr lang="en-US"/>
        </a:p>
      </dgm:t>
    </dgm:pt>
    <dgm:pt modelId="{08795A9A-39FD-45CC-9B17-C8C8B66992D1}">
      <dgm:prSet phldrT="[Text]" phldr="0"/>
      <dgm:spPr/>
      <dgm:t>
        <a:bodyPr/>
        <a:lstStyle/>
        <a:p>
          <a:r>
            <a:rPr lang="en-US" dirty="0"/>
            <a:t>Infer</a:t>
          </a:r>
        </a:p>
      </dgm:t>
    </dgm:pt>
    <dgm:pt modelId="{473DA7F4-6A22-4BBD-BA6D-EA39182903A5}" type="parTrans" cxnId="{8088E049-F88C-41D6-B821-FC8F2087EBBF}">
      <dgm:prSet/>
      <dgm:spPr/>
      <dgm:t>
        <a:bodyPr/>
        <a:lstStyle/>
        <a:p>
          <a:endParaRPr lang="en-US"/>
        </a:p>
      </dgm:t>
    </dgm:pt>
    <dgm:pt modelId="{C39286FF-377D-4A86-B5C9-24A6D23BF274}" type="sibTrans" cxnId="{8088E049-F88C-41D6-B821-FC8F2087EBBF}">
      <dgm:prSet/>
      <dgm:spPr/>
      <dgm:t>
        <a:bodyPr/>
        <a:lstStyle/>
        <a:p>
          <a:endParaRPr lang="en-US"/>
        </a:p>
      </dgm:t>
    </dgm:pt>
    <dgm:pt modelId="{3B1CD237-A272-43D3-B7A0-5DACB1F27807}">
      <dgm:prSet phldrT="[Text]" phldr="0"/>
      <dgm:spPr/>
      <dgm:t>
        <a:bodyPr/>
        <a:lstStyle/>
        <a:p>
          <a:r>
            <a:rPr lang="en-US" dirty="0"/>
            <a:t>Token</a:t>
          </a:r>
        </a:p>
      </dgm:t>
    </dgm:pt>
    <dgm:pt modelId="{DC42375E-C300-4FE1-8E85-E5CFFFD553B9}" type="parTrans" cxnId="{6D502BA3-F0B9-4410-B393-822313A591AD}">
      <dgm:prSet/>
      <dgm:spPr/>
      <dgm:t>
        <a:bodyPr/>
        <a:lstStyle/>
        <a:p>
          <a:endParaRPr lang="en-US"/>
        </a:p>
      </dgm:t>
    </dgm:pt>
    <dgm:pt modelId="{324FA2B5-4FAF-48A8-8013-A83D4CF552C6}" type="sibTrans" cxnId="{6D502BA3-F0B9-4410-B393-822313A591AD}">
      <dgm:prSet/>
      <dgm:spPr/>
      <dgm:t>
        <a:bodyPr/>
        <a:lstStyle/>
        <a:p>
          <a:endParaRPr lang="en-US"/>
        </a:p>
      </dgm:t>
    </dgm:pt>
    <dgm:pt modelId="{73A088B3-8584-4A55-B192-2C68ABDC89A1}">
      <dgm:prSet phldrT="[Text]" phldr="0"/>
      <dgm:spPr>
        <a:solidFill>
          <a:srgbClr val="92D050"/>
        </a:solidFill>
      </dgm:spPr>
      <dgm:t>
        <a:bodyPr/>
        <a:lstStyle/>
        <a:p>
          <a:r>
            <a:rPr lang="en-US" dirty="0"/>
            <a:t>Seed</a:t>
          </a:r>
        </a:p>
      </dgm:t>
    </dgm:pt>
    <dgm:pt modelId="{F0DE13DC-36F5-4CE8-8767-611125A3D13A}" type="sibTrans" cxnId="{344C9301-DF66-4D00-8B49-B91BC968C8DB}">
      <dgm:prSet/>
      <dgm:spPr/>
      <dgm:t>
        <a:bodyPr/>
        <a:lstStyle/>
        <a:p>
          <a:endParaRPr lang="en-US"/>
        </a:p>
      </dgm:t>
    </dgm:pt>
    <dgm:pt modelId="{2147BA24-A2B7-430A-85DE-99F9244FAFBE}" type="parTrans" cxnId="{344C9301-DF66-4D00-8B49-B91BC968C8DB}">
      <dgm:prSet/>
      <dgm:spPr/>
      <dgm:t>
        <a:bodyPr/>
        <a:lstStyle/>
        <a:p>
          <a:endParaRPr lang="en-US"/>
        </a:p>
      </dgm:t>
    </dgm:pt>
    <dgm:pt modelId="{6D06476E-098B-4FBF-B6E9-D426B067DEE2}" type="pres">
      <dgm:prSet presAssocID="{008316A3-21A6-4F0E-A3E9-FE28C2D9C511}" presName="Name0" presStyleCnt="0">
        <dgm:presLayoutVars>
          <dgm:dir/>
          <dgm:resizeHandles val="exact"/>
        </dgm:presLayoutVars>
      </dgm:prSet>
      <dgm:spPr/>
    </dgm:pt>
    <dgm:pt modelId="{005BAA7F-9E33-45EE-AF51-034888971E92}" type="pres">
      <dgm:prSet presAssocID="{73A088B3-8584-4A55-B192-2C68ABDC89A1}" presName="node" presStyleLbl="node1" presStyleIdx="0" presStyleCnt="3">
        <dgm:presLayoutVars>
          <dgm:bulletEnabled val="1"/>
        </dgm:presLayoutVars>
      </dgm:prSet>
      <dgm:spPr/>
    </dgm:pt>
    <dgm:pt modelId="{10BD7ABE-FAE1-47DF-B8CC-588111007C1E}" type="pres">
      <dgm:prSet presAssocID="{F0DE13DC-36F5-4CE8-8767-611125A3D13A}" presName="sibTrans" presStyleLbl="sibTrans2D1" presStyleIdx="0" presStyleCnt="2"/>
      <dgm:spPr/>
    </dgm:pt>
    <dgm:pt modelId="{8808323E-F009-491F-9ECD-0AFD09715AFB}" type="pres">
      <dgm:prSet presAssocID="{F0DE13DC-36F5-4CE8-8767-611125A3D13A}" presName="connectorText" presStyleLbl="sibTrans2D1" presStyleIdx="0" presStyleCnt="2"/>
      <dgm:spPr/>
    </dgm:pt>
    <dgm:pt modelId="{2E17B990-8613-49B6-AF72-1051257F909A}" type="pres">
      <dgm:prSet presAssocID="{08795A9A-39FD-45CC-9B17-C8C8B66992D1}" presName="node" presStyleLbl="node1" presStyleIdx="1" presStyleCnt="3">
        <dgm:presLayoutVars>
          <dgm:bulletEnabled val="1"/>
        </dgm:presLayoutVars>
      </dgm:prSet>
      <dgm:spPr/>
    </dgm:pt>
    <dgm:pt modelId="{F47CDD83-E97B-4026-BE72-C4A3A56792D6}" type="pres">
      <dgm:prSet presAssocID="{C39286FF-377D-4A86-B5C9-24A6D23BF274}" presName="sibTrans" presStyleLbl="sibTrans2D1" presStyleIdx="1" presStyleCnt="2"/>
      <dgm:spPr/>
    </dgm:pt>
    <dgm:pt modelId="{FD67F9CD-BAC8-449D-811E-0945BD824917}" type="pres">
      <dgm:prSet presAssocID="{C39286FF-377D-4A86-B5C9-24A6D23BF274}" presName="connectorText" presStyleLbl="sibTrans2D1" presStyleIdx="1" presStyleCnt="2"/>
      <dgm:spPr/>
    </dgm:pt>
    <dgm:pt modelId="{543024E2-7749-482A-8AFA-BAF31E7DD926}" type="pres">
      <dgm:prSet presAssocID="{3B1CD237-A272-43D3-B7A0-5DACB1F27807}" presName="node" presStyleLbl="node1" presStyleIdx="2" presStyleCnt="3">
        <dgm:presLayoutVars>
          <dgm:bulletEnabled val="1"/>
        </dgm:presLayoutVars>
      </dgm:prSet>
      <dgm:spPr/>
    </dgm:pt>
  </dgm:ptLst>
  <dgm:cxnLst>
    <dgm:cxn modelId="{344C9301-DF66-4D00-8B49-B91BC968C8DB}" srcId="{008316A3-21A6-4F0E-A3E9-FE28C2D9C511}" destId="{73A088B3-8584-4A55-B192-2C68ABDC89A1}" srcOrd="0" destOrd="0" parTransId="{2147BA24-A2B7-430A-85DE-99F9244FAFBE}" sibTransId="{F0DE13DC-36F5-4CE8-8767-611125A3D13A}"/>
    <dgm:cxn modelId="{C3532046-A5D3-4712-84EB-BA09C2FABC7C}" type="presOf" srcId="{C39286FF-377D-4A86-B5C9-24A6D23BF274}" destId="{F47CDD83-E97B-4026-BE72-C4A3A56792D6}" srcOrd="0" destOrd="0" presId="urn:microsoft.com/office/officeart/2005/8/layout/process1"/>
    <dgm:cxn modelId="{8088E049-F88C-41D6-B821-FC8F2087EBBF}" srcId="{008316A3-21A6-4F0E-A3E9-FE28C2D9C511}" destId="{08795A9A-39FD-45CC-9B17-C8C8B66992D1}" srcOrd="1" destOrd="0" parTransId="{473DA7F4-6A22-4BBD-BA6D-EA39182903A5}" sibTransId="{C39286FF-377D-4A86-B5C9-24A6D23BF274}"/>
    <dgm:cxn modelId="{25A6FB6D-D976-43BF-A71F-71B81FB33938}" type="presOf" srcId="{F0DE13DC-36F5-4CE8-8767-611125A3D13A}" destId="{10BD7ABE-FAE1-47DF-B8CC-588111007C1E}" srcOrd="0" destOrd="0" presId="urn:microsoft.com/office/officeart/2005/8/layout/process1"/>
    <dgm:cxn modelId="{010B665A-AA80-46A8-B6B3-B3A0AC4C7527}" type="presOf" srcId="{008316A3-21A6-4F0E-A3E9-FE28C2D9C511}" destId="{6D06476E-098B-4FBF-B6E9-D426B067DEE2}" srcOrd="0" destOrd="0" presId="urn:microsoft.com/office/officeart/2005/8/layout/process1"/>
    <dgm:cxn modelId="{22C6E58F-FCB3-4516-ABFC-61B0B8DA977A}" type="presOf" srcId="{73A088B3-8584-4A55-B192-2C68ABDC89A1}" destId="{005BAA7F-9E33-45EE-AF51-034888971E92}" srcOrd="0" destOrd="0" presId="urn:microsoft.com/office/officeart/2005/8/layout/process1"/>
    <dgm:cxn modelId="{13EC2F91-2018-4E6E-B3DB-18AB0C1E41A7}" type="presOf" srcId="{08795A9A-39FD-45CC-9B17-C8C8B66992D1}" destId="{2E17B990-8613-49B6-AF72-1051257F909A}" srcOrd="0" destOrd="0" presId="urn:microsoft.com/office/officeart/2005/8/layout/process1"/>
    <dgm:cxn modelId="{6D502BA3-F0B9-4410-B393-822313A591AD}" srcId="{008316A3-21A6-4F0E-A3E9-FE28C2D9C511}" destId="{3B1CD237-A272-43D3-B7A0-5DACB1F27807}" srcOrd="2" destOrd="0" parTransId="{DC42375E-C300-4FE1-8E85-E5CFFFD553B9}" sibTransId="{324FA2B5-4FAF-48A8-8013-A83D4CF552C6}"/>
    <dgm:cxn modelId="{195C8BA3-F37E-4298-94AC-B9945555471F}" type="presOf" srcId="{F0DE13DC-36F5-4CE8-8767-611125A3D13A}" destId="{8808323E-F009-491F-9ECD-0AFD09715AFB}" srcOrd="1" destOrd="0" presId="urn:microsoft.com/office/officeart/2005/8/layout/process1"/>
    <dgm:cxn modelId="{F3D870B4-6F4B-454C-993B-8250414F6746}" type="presOf" srcId="{C39286FF-377D-4A86-B5C9-24A6D23BF274}" destId="{FD67F9CD-BAC8-449D-811E-0945BD824917}" srcOrd="1" destOrd="0" presId="urn:microsoft.com/office/officeart/2005/8/layout/process1"/>
    <dgm:cxn modelId="{0870E7D6-1EC8-46EC-AEB4-E8CD57AF5880}" type="presOf" srcId="{3B1CD237-A272-43D3-B7A0-5DACB1F27807}" destId="{543024E2-7749-482A-8AFA-BAF31E7DD926}" srcOrd="0" destOrd="0" presId="urn:microsoft.com/office/officeart/2005/8/layout/process1"/>
    <dgm:cxn modelId="{63F4915A-B0F0-4A0A-9B07-D03D17B6CC5A}" type="presParOf" srcId="{6D06476E-098B-4FBF-B6E9-D426B067DEE2}" destId="{005BAA7F-9E33-45EE-AF51-034888971E92}" srcOrd="0" destOrd="0" presId="urn:microsoft.com/office/officeart/2005/8/layout/process1"/>
    <dgm:cxn modelId="{E14A775A-4978-4A47-99E8-79684A523F75}" type="presParOf" srcId="{6D06476E-098B-4FBF-B6E9-D426B067DEE2}" destId="{10BD7ABE-FAE1-47DF-B8CC-588111007C1E}" srcOrd="1" destOrd="0" presId="urn:microsoft.com/office/officeart/2005/8/layout/process1"/>
    <dgm:cxn modelId="{68BD994E-4D46-4A41-BD5A-33D7A1038AB1}" type="presParOf" srcId="{10BD7ABE-FAE1-47DF-B8CC-588111007C1E}" destId="{8808323E-F009-491F-9ECD-0AFD09715AFB}" srcOrd="0" destOrd="0" presId="urn:microsoft.com/office/officeart/2005/8/layout/process1"/>
    <dgm:cxn modelId="{35C4F8C6-B0CF-4D2E-B176-52FC3C7BCABF}" type="presParOf" srcId="{6D06476E-098B-4FBF-B6E9-D426B067DEE2}" destId="{2E17B990-8613-49B6-AF72-1051257F909A}" srcOrd="2" destOrd="0" presId="urn:microsoft.com/office/officeart/2005/8/layout/process1"/>
    <dgm:cxn modelId="{848F82BC-2A29-4F35-8F9A-C6021C48450C}" type="presParOf" srcId="{6D06476E-098B-4FBF-B6E9-D426B067DEE2}" destId="{F47CDD83-E97B-4026-BE72-C4A3A56792D6}" srcOrd="3" destOrd="0" presId="urn:microsoft.com/office/officeart/2005/8/layout/process1"/>
    <dgm:cxn modelId="{DAC28A61-2C23-40AD-8FDF-A9E94CAA557F}" type="presParOf" srcId="{F47CDD83-E97B-4026-BE72-C4A3A56792D6}" destId="{FD67F9CD-BAC8-449D-811E-0945BD824917}" srcOrd="0" destOrd="0" presId="urn:microsoft.com/office/officeart/2005/8/layout/process1"/>
    <dgm:cxn modelId="{B6E12031-1FE9-4E8B-9177-85A25D86F1E5}" type="presParOf" srcId="{6D06476E-098B-4FBF-B6E9-D426B067DEE2}" destId="{543024E2-7749-482A-8AFA-BAF31E7DD926}" srcOrd="4" destOrd="0" presId="urn:microsoft.com/office/officeart/2005/8/layout/process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0BA52107-39E8-4576-8780-3304CAA4FC93}" type="doc">
      <dgm:prSet loTypeId="urn:microsoft.com/office/officeart/2009/3/layout/CircleRelationship" loCatId="relationship" qsTypeId="urn:microsoft.com/office/officeart/2005/8/quickstyle/simple1#1" qsCatId="simple" csTypeId="urn:microsoft.com/office/officeart/2005/8/colors/accent1_2#1" csCatId="accent1" phldr="1"/>
      <dgm:spPr/>
      <dgm:t>
        <a:bodyPr/>
        <a:lstStyle/>
        <a:p>
          <a:endParaRPr lang="en-US"/>
        </a:p>
      </dgm:t>
    </dgm:pt>
    <dgm:pt modelId="{7471396E-5E0D-4F05-B030-204ED8A04EBF}">
      <dgm:prSet phldrT="[Text]" phldr="0"/>
      <dgm:spPr/>
      <dgm:t>
        <a:bodyPr/>
        <a:lstStyle/>
        <a:p>
          <a:r>
            <a:rPr lang="en-US" dirty="0"/>
            <a:t>Vector</a:t>
          </a:r>
        </a:p>
        <a:p>
          <a:r>
            <a:rPr lang="en-US" dirty="0"/>
            <a:t>DB</a:t>
          </a:r>
        </a:p>
      </dgm:t>
    </dgm:pt>
    <dgm:pt modelId="{BB596DA0-EBCC-4D63-9F2B-C5B2ECB5E63D}" type="parTrans" cxnId="{F64703B4-E11E-4DEA-B55E-EEA6B0B65862}">
      <dgm:prSet/>
      <dgm:spPr/>
      <dgm:t>
        <a:bodyPr/>
        <a:lstStyle/>
        <a:p>
          <a:endParaRPr lang="en-US"/>
        </a:p>
      </dgm:t>
    </dgm:pt>
    <dgm:pt modelId="{6CB3E3D3-A849-4318-92F0-B4C403AA6251}" type="sibTrans" cxnId="{F64703B4-E11E-4DEA-B55E-EEA6B0B65862}">
      <dgm:prSet/>
      <dgm:spPr/>
      <dgm:t>
        <a:bodyPr/>
        <a:lstStyle/>
        <a:p>
          <a:endParaRPr lang="en-US"/>
        </a:p>
      </dgm:t>
    </dgm:pt>
    <dgm:pt modelId="{58F42542-F23C-4DB4-A948-D51050DCC518}">
      <dgm:prSet phldrT="[Text]" phldr="1"/>
      <dgm:spPr/>
      <dgm:t>
        <a:bodyPr/>
        <a:lstStyle/>
        <a:p>
          <a:endParaRPr lang="en-US"/>
        </a:p>
      </dgm:t>
    </dgm:pt>
    <dgm:pt modelId="{DF88BC88-0362-4EE1-AA74-D1FC3E90A55A}" type="parTrans" cxnId="{4F40101E-A594-4933-AF09-42E2269BF22A}">
      <dgm:prSet/>
      <dgm:spPr/>
      <dgm:t>
        <a:bodyPr/>
        <a:lstStyle/>
        <a:p>
          <a:endParaRPr lang="en-US"/>
        </a:p>
      </dgm:t>
    </dgm:pt>
    <dgm:pt modelId="{51E03D46-8EF8-4E29-95DF-2C38A2A4E337}" type="sibTrans" cxnId="{4F40101E-A594-4933-AF09-42E2269BF22A}">
      <dgm:prSet/>
      <dgm:spPr/>
      <dgm:t>
        <a:bodyPr/>
        <a:lstStyle/>
        <a:p>
          <a:endParaRPr lang="en-US"/>
        </a:p>
      </dgm:t>
    </dgm:pt>
    <dgm:pt modelId="{2240AA3B-FCA1-41D4-8E2F-AD2F66AB788D}">
      <dgm:prSet phldrT="[Text]" phldr="1"/>
      <dgm:spPr/>
      <dgm:t>
        <a:bodyPr/>
        <a:lstStyle/>
        <a:p>
          <a:endParaRPr lang="en-US"/>
        </a:p>
      </dgm:t>
    </dgm:pt>
    <dgm:pt modelId="{9DA39743-962F-4A96-A263-286C42AAC07F}" type="parTrans" cxnId="{AA71DE93-B120-4F6D-B70A-CBB82CDFB415}">
      <dgm:prSet/>
      <dgm:spPr/>
      <dgm:t>
        <a:bodyPr/>
        <a:lstStyle/>
        <a:p>
          <a:endParaRPr lang="en-US"/>
        </a:p>
      </dgm:t>
    </dgm:pt>
    <dgm:pt modelId="{CF59EC4B-43E9-48B5-82A1-051EE30F547D}" type="sibTrans" cxnId="{AA71DE93-B120-4F6D-B70A-CBB82CDFB415}">
      <dgm:prSet/>
      <dgm:spPr/>
      <dgm:t>
        <a:bodyPr/>
        <a:lstStyle/>
        <a:p>
          <a:endParaRPr lang="en-US"/>
        </a:p>
      </dgm:t>
    </dgm:pt>
    <dgm:pt modelId="{EF438D1E-71C4-46ED-A3DE-5A1F3C392B2C}" type="pres">
      <dgm:prSet presAssocID="{0BA52107-39E8-4576-8780-3304CAA4FC93}" presName="Name0" presStyleCnt="0">
        <dgm:presLayoutVars>
          <dgm:chMax val="1"/>
          <dgm:chPref val="1"/>
        </dgm:presLayoutVars>
      </dgm:prSet>
      <dgm:spPr/>
    </dgm:pt>
    <dgm:pt modelId="{00AE08E6-73CC-4573-B71C-56304B469124}" type="pres">
      <dgm:prSet presAssocID="{7471396E-5E0D-4F05-B030-204ED8A04EBF}" presName="Parent" presStyleLbl="node0" presStyleIdx="0" presStyleCnt="1">
        <dgm:presLayoutVars>
          <dgm:chMax val="5"/>
          <dgm:chPref val="5"/>
        </dgm:presLayoutVars>
      </dgm:prSet>
      <dgm:spPr/>
    </dgm:pt>
    <dgm:pt modelId="{A6DA4ED0-9BBD-4C7D-975C-D878026588D8}" type="pres">
      <dgm:prSet presAssocID="{7471396E-5E0D-4F05-B030-204ED8A04EBF}" presName="Accent1" presStyleLbl="node1" presStyleIdx="0" presStyleCnt="13"/>
      <dgm:spPr/>
    </dgm:pt>
    <dgm:pt modelId="{22572360-5085-4433-BC20-D6E7852D26FA}" type="pres">
      <dgm:prSet presAssocID="{7471396E-5E0D-4F05-B030-204ED8A04EBF}" presName="Accent2" presStyleLbl="node1" presStyleIdx="1" presStyleCnt="13"/>
      <dgm:spPr/>
    </dgm:pt>
    <dgm:pt modelId="{CF1B8F50-AAB2-49C0-BF08-DBCEA2F4D078}" type="pres">
      <dgm:prSet presAssocID="{7471396E-5E0D-4F05-B030-204ED8A04EBF}" presName="Accent3" presStyleLbl="node1" presStyleIdx="2" presStyleCnt="13"/>
      <dgm:spPr/>
    </dgm:pt>
    <dgm:pt modelId="{4DAD8755-BF3D-4D3A-924D-235D7A43B3F6}" type="pres">
      <dgm:prSet presAssocID="{7471396E-5E0D-4F05-B030-204ED8A04EBF}" presName="Accent4" presStyleLbl="node1" presStyleIdx="3" presStyleCnt="13"/>
      <dgm:spPr/>
    </dgm:pt>
    <dgm:pt modelId="{D9ACA4A6-F918-48DB-96F0-B49EC43467F6}" type="pres">
      <dgm:prSet presAssocID="{7471396E-5E0D-4F05-B030-204ED8A04EBF}" presName="Accent5" presStyleLbl="node1" presStyleIdx="4" presStyleCnt="13"/>
      <dgm:spPr/>
    </dgm:pt>
    <dgm:pt modelId="{178DB9E5-D949-41EB-9FBB-EEA0A37D6900}" type="pres">
      <dgm:prSet presAssocID="{7471396E-5E0D-4F05-B030-204ED8A04EBF}" presName="Accent6" presStyleLbl="node1" presStyleIdx="5" presStyleCnt="13"/>
      <dgm:spPr/>
    </dgm:pt>
    <dgm:pt modelId="{08A16AD9-A3E9-4655-A9A4-B7B6016D64B9}" type="pres">
      <dgm:prSet presAssocID="{58F42542-F23C-4DB4-A948-D51050DCC518}" presName="Child1" presStyleLbl="node1" presStyleIdx="6" presStyleCnt="13">
        <dgm:presLayoutVars>
          <dgm:chMax val="0"/>
          <dgm:chPref val="0"/>
        </dgm:presLayoutVars>
      </dgm:prSet>
      <dgm:spPr/>
    </dgm:pt>
    <dgm:pt modelId="{12238280-13A8-409D-9E82-C5E12551D70A}" type="pres">
      <dgm:prSet presAssocID="{58F42542-F23C-4DB4-A948-D51050DCC518}" presName="Accent7" presStyleCnt="0"/>
      <dgm:spPr/>
    </dgm:pt>
    <dgm:pt modelId="{B86BAAD6-C908-4C45-B18E-5C588284EA45}" type="pres">
      <dgm:prSet presAssocID="{58F42542-F23C-4DB4-A948-D51050DCC518}" presName="AccentHold1" presStyleLbl="node1" presStyleIdx="7" presStyleCnt="13"/>
      <dgm:spPr/>
    </dgm:pt>
    <dgm:pt modelId="{19D85D1C-5DD2-4656-8CD1-1027D71A6E13}" type="pres">
      <dgm:prSet presAssocID="{58F42542-F23C-4DB4-A948-D51050DCC518}" presName="Accent8" presStyleCnt="0"/>
      <dgm:spPr/>
    </dgm:pt>
    <dgm:pt modelId="{5C23FFDB-CC4F-4C3C-906E-D635B1C4C5F2}" type="pres">
      <dgm:prSet presAssocID="{58F42542-F23C-4DB4-A948-D51050DCC518}" presName="AccentHold2" presStyleLbl="node1" presStyleIdx="8" presStyleCnt="13"/>
      <dgm:spPr/>
    </dgm:pt>
    <dgm:pt modelId="{92693448-0161-407E-AFB2-A23825120CE3}" type="pres">
      <dgm:prSet presAssocID="{2240AA3B-FCA1-41D4-8E2F-AD2F66AB788D}" presName="Child2" presStyleLbl="node1" presStyleIdx="9" presStyleCnt="13">
        <dgm:presLayoutVars>
          <dgm:chMax val="0"/>
          <dgm:chPref val="0"/>
        </dgm:presLayoutVars>
      </dgm:prSet>
      <dgm:spPr/>
    </dgm:pt>
    <dgm:pt modelId="{ABB0C4F4-10A2-4EE4-BEF1-D3164A946CD3}" type="pres">
      <dgm:prSet presAssocID="{2240AA3B-FCA1-41D4-8E2F-AD2F66AB788D}" presName="Accent9" presStyleCnt="0"/>
      <dgm:spPr/>
    </dgm:pt>
    <dgm:pt modelId="{73249667-6BFF-401F-B2CA-B850D1AB3F86}" type="pres">
      <dgm:prSet presAssocID="{2240AA3B-FCA1-41D4-8E2F-AD2F66AB788D}" presName="AccentHold1" presStyleLbl="node1" presStyleIdx="10" presStyleCnt="13"/>
      <dgm:spPr/>
    </dgm:pt>
    <dgm:pt modelId="{9D145BE7-A606-4A0E-8613-588427F825D6}" type="pres">
      <dgm:prSet presAssocID="{2240AA3B-FCA1-41D4-8E2F-AD2F66AB788D}" presName="Accent10" presStyleCnt="0"/>
      <dgm:spPr/>
    </dgm:pt>
    <dgm:pt modelId="{20E48FD7-9899-47C9-A935-6979EC49423A}" type="pres">
      <dgm:prSet presAssocID="{2240AA3B-FCA1-41D4-8E2F-AD2F66AB788D}" presName="AccentHold2" presStyleLbl="node1" presStyleIdx="11" presStyleCnt="13"/>
      <dgm:spPr/>
    </dgm:pt>
    <dgm:pt modelId="{14BB48ED-CC4E-4E46-BD17-5CAB0EB47827}" type="pres">
      <dgm:prSet presAssocID="{2240AA3B-FCA1-41D4-8E2F-AD2F66AB788D}" presName="Accent11" presStyleCnt="0"/>
      <dgm:spPr/>
    </dgm:pt>
    <dgm:pt modelId="{D1BCF55E-D5B9-4B39-8C73-D78A3D0593C2}" type="pres">
      <dgm:prSet presAssocID="{2240AA3B-FCA1-41D4-8E2F-AD2F66AB788D}" presName="AccentHold3" presStyleLbl="node1" presStyleIdx="12" presStyleCnt="13"/>
      <dgm:spPr/>
    </dgm:pt>
  </dgm:ptLst>
  <dgm:cxnLst>
    <dgm:cxn modelId="{7DCE3112-F355-4DA4-AA3E-F5C19DA6482D}" type="presOf" srcId="{0BA52107-39E8-4576-8780-3304CAA4FC93}" destId="{EF438D1E-71C4-46ED-A3DE-5A1F3C392B2C}" srcOrd="0" destOrd="0" presId="urn:microsoft.com/office/officeart/2009/3/layout/CircleRelationship"/>
    <dgm:cxn modelId="{4F40101E-A594-4933-AF09-42E2269BF22A}" srcId="{7471396E-5E0D-4F05-B030-204ED8A04EBF}" destId="{58F42542-F23C-4DB4-A948-D51050DCC518}" srcOrd="0" destOrd="0" parTransId="{DF88BC88-0362-4EE1-AA74-D1FC3E90A55A}" sibTransId="{51E03D46-8EF8-4E29-95DF-2C38A2A4E337}"/>
    <dgm:cxn modelId="{1B9DA36A-A6DD-4151-AFF0-CE5FB1FA3C84}" type="presOf" srcId="{58F42542-F23C-4DB4-A948-D51050DCC518}" destId="{08A16AD9-A3E9-4655-A9A4-B7B6016D64B9}" srcOrd="0" destOrd="0" presId="urn:microsoft.com/office/officeart/2009/3/layout/CircleRelationship"/>
    <dgm:cxn modelId="{AA71DE93-B120-4F6D-B70A-CBB82CDFB415}" srcId="{7471396E-5E0D-4F05-B030-204ED8A04EBF}" destId="{2240AA3B-FCA1-41D4-8E2F-AD2F66AB788D}" srcOrd="1" destOrd="0" parTransId="{9DA39743-962F-4A96-A263-286C42AAC07F}" sibTransId="{CF59EC4B-43E9-48B5-82A1-051EE30F547D}"/>
    <dgm:cxn modelId="{4C61EFAD-B7FD-4775-9C6E-D3AD3B3AAC17}" type="presOf" srcId="{2240AA3B-FCA1-41D4-8E2F-AD2F66AB788D}" destId="{92693448-0161-407E-AFB2-A23825120CE3}" srcOrd="0" destOrd="0" presId="urn:microsoft.com/office/officeart/2009/3/layout/CircleRelationship"/>
    <dgm:cxn modelId="{F64703B4-E11E-4DEA-B55E-EEA6B0B65862}" srcId="{0BA52107-39E8-4576-8780-3304CAA4FC93}" destId="{7471396E-5E0D-4F05-B030-204ED8A04EBF}" srcOrd="0" destOrd="0" parTransId="{BB596DA0-EBCC-4D63-9F2B-C5B2ECB5E63D}" sibTransId="{6CB3E3D3-A849-4318-92F0-B4C403AA6251}"/>
    <dgm:cxn modelId="{7DD19AC2-0E7D-42EF-91E1-75A348D0EB33}" type="presOf" srcId="{7471396E-5E0D-4F05-B030-204ED8A04EBF}" destId="{00AE08E6-73CC-4573-B71C-56304B469124}" srcOrd="0" destOrd="0" presId="urn:microsoft.com/office/officeart/2009/3/layout/CircleRelationship"/>
    <dgm:cxn modelId="{4DC7A7A3-A3F2-40CD-87D0-175B0EB40517}" type="presParOf" srcId="{EF438D1E-71C4-46ED-A3DE-5A1F3C392B2C}" destId="{00AE08E6-73CC-4573-B71C-56304B469124}" srcOrd="0" destOrd="0" presId="urn:microsoft.com/office/officeart/2009/3/layout/CircleRelationship"/>
    <dgm:cxn modelId="{F15366B9-AE4C-43E7-BC54-F0EE57617485}" type="presParOf" srcId="{EF438D1E-71C4-46ED-A3DE-5A1F3C392B2C}" destId="{A6DA4ED0-9BBD-4C7D-975C-D878026588D8}" srcOrd="1" destOrd="0" presId="urn:microsoft.com/office/officeart/2009/3/layout/CircleRelationship"/>
    <dgm:cxn modelId="{3DD7AA6C-FF11-4B25-B37E-B30CDE1827C0}" type="presParOf" srcId="{EF438D1E-71C4-46ED-A3DE-5A1F3C392B2C}" destId="{22572360-5085-4433-BC20-D6E7852D26FA}" srcOrd="2" destOrd="0" presId="urn:microsoft.com/office/officeart/2009/3/layout/CircleRelationship"/>
    <dgm:cxn modelId="{3BCEB349-7855-4DD6-AD00-B57EF29FAEE3}" type="presParOf" srcId="{EF438D1E-71C4-46ED-A3DE-5A1F3C392B2C}" destId="{CF1B8F50-AAB2-49C0-BF08-DBCEA2F4D078}" srcOrd="3" destOrd="0" presId="urn:microsoft.com/office/officeart/2009/3/layout/CircleRelationship"/>
    <dgm:cxn modelId="{1ED957F4-CC3A-4B09-9AD3-E8D117261F99}" type="presParOf" srcId="{EF438D1E-71C4-46ED-A3DE-5A1F3C392B2C}" destId="{4DAD8755-BF3D-4D3A-924D-235D7A43B3F6}" srcOrd="4" destOrd="0" presId="urn:microsoft.com/office/officeart/2009/3/layout/CircleRelationship"/>
    <dgm:cxn modelId="{DCDA37E7-D07C-469D-85A5-2678FF842984}" type="presParOf" srcId="{EF438D1E-71C4-46ED-A3DE-5A1F3C392B2C}" destId="{D9ACA4A6-F918-48DB-96F0-B49EC43467F6}" srcOrd="5" destOrd="0" presId="urn:microsoft.com/office/officeart/2009/3/layout/CircleRelationship"/>
    <dgm:cxn modelId="{EC616393-D17A-4573-B525-5AD49EA5A46F}" type="presParOf" srcId="{EF438D1E-71C4-46ED-A3DE-5A1F3C392B2C}" destId="{178DB9E5-D949-41EB-9FBB-EEA0A37D6900}" srcOrd="6" destOrd="0" presId="urn:microsoft.com/office/officeart/2009/3/layout/CircleRelationship"/>
    <dgm:cxn modelId="{09F442AF-09EB-45CE-A9ED-208D2F4A243F}" type="presParOf" srcId="{EF438D1E-71C4-46ED-A3DE-5A1F3C392B2C}" destId="{08A16AD9-A3E9-4655-A9A4-B7B6016D64B9}" srcOrd="7" destOrd="0" presId="urn:microsoft.com/office/officeart/2009/3/layout/CircleRelationship"/>
    <dgm:cxn modelId="{BD925076-E672-4450-BC17-683F001A8C20}" type="presParOf" srcId="{EF438D1E-71C4-46ED-A3DE-5A1F3C392B2C}" destId="{12238280-13A8-409D-9E82-C5E12551D70A}" srcOrd="8" destOrd="0" presId="urn:microsoft.com/office/officeart/2009/3/layout/CircleRelationship"/>
    <dgm:cxn modelId="{0A52E38D-8827-485B-A79C-27C8F92FA273}" type="presParOf" srcId="{12238280-13A8-409D-9E82-C5E12551D70A}" destId="{B86BAAD6-C908-4C45-B18E-5C588284EA45}" srcOrd="0" destOrd="0" presId="urn:microsoft.com/office/officeart/2009/3/layout/CircleRelationship"/>
    <dgm:cxn modelId="{2BEFE1DC-D5B8-41A5-A790-AA433588FCB0}" type="presParOf" srcId="{EF438D1E-71C4-46ED-A3DE-5A1F3C392B2C}" destId="{19D85D1C-5DD2-4656-8CD1-1027D71A6E13}" srcOrd="9" destOrd="0" presId="urn:microsoft.com/office/officeart/2009/3/layout/CircleRelationship"/>
    <dgm:cxn modelId="{69854565-9615-488D-B65E-BF11C8432335}" type="presParOf" srcId="{19D85D1C-5DD2-4656-8CD1-1027D71A6E13}" destId="{5C23FFDB-CC4F-4C3C-906E-D635B1C4C5F2}" srcOrd="0" destOrd="0" presId="urn:microsoft.com/office/officeart/2009/3/layout/CircleRelationship"/>
    <dgm:cxn modelId="{08DB7494-1DA3-45E2-AFAF-A57CC55DD9EA}" type="presParOf" srcId="{EF438D1E-71C4-46ED-A3DE-5A1F3C392B2C}" destId="{92693448-0161-407E-AFB2-A23825120CE3}" srcOrd="10" destOrd="0" presId="urn:microsoft.com/office/officeart/2009/3/layout/CircleRelationship"/>
    <dgm:cxn modelId="{2451ADE2-2986-45F6-8BC3-EA1A8EA4E96F}" type="presParOf" srcId="{EF438D1E-71C4-46ED-A3DE-5A1F3C392B2C}" destId="{ABB0C4F4-10A2-4EE4-BEF1-D3164A946CD3}" srcOrd="11" destOrd="0" presId="urn:microsoft.com/office/officeart/2009/3/layout/CircleRelationship"/>
    <dgm:cxn modelId="{A05AF471-F363-4E5A-9E44-876478FF2C38}" type="presParOf" srcId="{ABB0C4F4-10A2-4EE4-BEF1-D3164A946CD3}" destId="{73249667-6BFF-401F-B2CA-B850D1AB3F86}" srcOrd="0" destOrd="0" presId="urn:microsoft.com/office/officeart/2009/3/layout/CircleRelationship"/>
    <dgm:cxn modelId="{CCA5D722-6925-42FA-A96B-9617BF0441A1}" type="presParOf" srcId="{EF438D1E-71C4-46ED-A3DE-5A1F3C392B2C}" destId="{9D145BE7-A606-4A0E-8613-588427F825D6}" srcOrd="12" destOrd="0" presId="urn:microsoft.com/office/officeart/2009/3/layout/CircleRelationship"/>
    <dgm:cxn modelId="{876A7F1B-705B-4920-AB72-9C9F47F015E5}" type="presParOf" srcId="{9D145BE7-A606-4A0E-8613-588427F825D6}" destId="{20E48FD7-9899-47C9-A935-6979EC49423A}" srcOrd="0" destOrd="0" presId="urn:microsoft.com/office/officeart/2009/3/layout/CircleRelationship"/>
    <dgm:cxn modelId="{A5811745-4A40-41EA-9ADC-8DDDBD2B4DEB}" type="presParOf" srcId="{EF438D1E-71C4-46ED-A3DE-5A1F3C392B2C}" destId="{14BB48ED-CC4E-4E46-BD17-5CAB0EB47827}" srcOrd="13" destOrd="0" presId="urn:microsoft.com/office/officeart/2009/3/layout/CircleRelationship"/>
    <dgm:cxn modelId="{E7500EE3-D4BD-4A73-A24A-89D7004D6268}" type="presParOf" srcId="{14BB48ED-CC4E-4E46-BD17-5CAB0EB47827}" destId="{D1BCF55E-D5B9-4B39-8C73-D78A3D0593C2}" srcOrd="0" destOrd="0" presId="urn:microsoft.com/office/officeart/2009/3/layout/CircleRelationship"/>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008316A3-21A6-4F0E-A3E9-FE28C2D9C511}" type="doc">
      <dgm:prSet loTypeId="urn:microsoft.com/office/officeart/2005/8/layout/process1" loCatId="process" qsTypeId="urn:microsoft.com/office/officeart/2005/8/quickstyle/3d9#1" qsCatId="3D" csTypeId="urn:microsoft.com/office/officeart/2005/8/colors/accent6_2" csCatId="accent6" phldr="1"/>
      <dgm:spPr/>
      <dgm:t>
        <a:bodyPr/>
        <a:lstStyle/>
        <a:p>
          <a:endParaRPr lang="en-US"/>
        </a:p>
      </dgm:t>
    </dgm:pt>
    <dgm:pt modelId="{73A088B3-8584-4A55-B192-2C68ABDC89A1}">
      <dgm:prSet phldrT="[Text]" phldr="0"/>
      <dgm:spPr/>
      <dgm:t>
        <a:bodyPr/>
        <a:lstStyle/>
        <a:p>
          <a:r>
            <a:rPr lang="en-US" dirty="0"/>
            <a:t>Scrape</a:t>
          </a:r>
        </a:p>
      </dgm:t>
    </dgm:pt>
    <dgm:pt modelId="{2147BA24-A2B7-430A-85DE-99F9244FAFBE}" type="parTrans" cxnId="{344C9301-DF66-4D00-8B49-B91BC968C8DB}">
      <dgm:prSet/>
      <dgm:spPr/>
      <dgm:t>
        <a:bodyPr/>
        <a:lstStyle/>
        <a:p>
          <a:endParaRPr lang="en-US"/>
        </a:p>
      </dgm:t>
    </dgm:pt>
    <dgm:pt modelId="{F0DE13DC-36F5-4CE8-8767-611125A3D13A}" type="sibTrans" cxnId="{344C9301-DF66-4D00-8B49-B91BC968C8DB}">
      <dgm:prSet/>
      <dgm:spPr/>
      <dgm:t>
        <a:bodyPr/>
        <a:lstStyle/>
        <a:p>
          <a:endParaRPr lang="en-US"/>
        </a:p>
      </dgm:t>
    </dgm:pt>
    <dgm:pt modelId="{08795A9A-39FD-45CC-9B17-C8C8B66992D1}">
      <dgm:prSet phldrT="[Text]" phldr="0"/>
      <dgm:spPr/>
      <dgm:t>
        <a:bodyPr/>
        <a:lstStyle/>
        <a:p>
          <a:r>
            <a:rPr lang="en-US" dirty="0"/>
            <a:t>Chunk</a:t>
          </a:r>
        </a:p>
      </dgm:t>
    </dgm:pt>
    <dgm:pt modelId="{473DA7F4-6A22-4BBD-BA6D-EA39182903A5}" type="parTrans" cxnId="{8088E049-F88C-41D6-B821-FC8F2087EBBF}">
      <dgm:prSet/>
      <dgm:spPr/>
      <dgm:t>
        <a:bodyPr/>
        <a:lstStyle/>
        <a:p>
          <a:endParaRPr lang="en-US"/>
        </a:p>
      </dgm:t>
    </dgm:pt>
    <dgm:pt modelId="{C39286FF-377D-4A86-B5C9-24A6D23BF274}" type="sibTrans" cxnId="{8088E049-F88C-41D6-B821-FC8F2087EBBF}">
      <dgm:prSet/>
      <dgm:spPr/>
      <dgm:t>
        <a:bodyPr/>
        <a:lstStyle/>
        <a:p>
          <a:endParaRPr lang="en-US"/>
        </a:p>
      </dgm:t>
    </dgm:pt>
    <dgm:pt modelId="{3B1CD237-A272-43D3-B7A0-5DACB1F27807}">
      <dgm:prSet phldrT="[Text]" phldr="0"/>
      <dgm:spPr/>
      <dgm:t>
        <a:bodyPr/>
        <a:lstStyle/>
        <a:p>
          <a:r>
            <a:rPr lang="en-US" dirty="0"/>
            <a:t>Embed</a:t>
          </a:r>
        </a:p>
      </dgm:t>
    </dgm:pt>
    <dgm:pt modelId="{DC42375E-C300-4FE1-8E85-E5CFFFD553B9}" type="parTrans" cxnId="{6D502BA3-F0B9-4410-B393-822313A591AD}">
      <dgm:prSet/>
      <dgm:spPr/>
      <dgm:t>
        <a:bodyPr/>
        <a:lstStyle/>
        <a:p>
          <a:endParaRPr lang="en-US"/>
        </a:p>
      </dgm:t>
    </dgm:pt>
    <dgm:pt modelId="{324FA2B5-4FAF-48A8-8013-A83D4CF552C6}" type="sibTrans" cxnId="{6D502BA3-F0B9-4410-B393-822313A591AD}">
      <dgm:prSet/>
      <dgm:spPr/>
      <dgm:t>
        <a:bodyPr/>
        <a:lstStyle/>
        <a:p>
          <a:endParaRPr lang="en-US"/>
        </a:p>
      </dgm:t>
    </dgm:pt>
    <dgm:pt modelId="{6D06476E-098B-4FBF-B6E9-D426B067DEE2}" type="pres">
      <dgm:prSet presAssocID="{008316A3-21A6-4F0E-A3E9-FE28C2D9C511}" presName="Name0" presStyleCnt="0">
        <dgm:presLayoutVars>
          <dgm:dir/>
          <dgm:resizeHandles val="exact"/>
        </dgm:presLayoutVars>
      </dgm:prSet>
      <dgm:spPr/>
    </dgm:pt>
    <dgm:pt modelId="{005BAA7F-9E33-45EE-AF51-034888971E92}" type="pres">
      <dgm:prSet presAssocID="{73A088B3-8584-4A55-B192-2C68ABDC89A1}" presName="node" presStyleLbl="node1" presStyleIdx="0" presStyleCnt="3">
        <dgm:presLayoutVars>
          <dgm:bulletEnabled val="1"/>
        </dgm:presLayoutVars>
      </dgm:prSet>
      <dgm:spPr/>
    </dgm:pt>
    <dgm:pt modelId="{10BD7ABE-FAE1-47DF-B8CC-588111007C1E}" type="pres">
      <dgm:prSet presAssocID="{F0DE13DC-36F5-4CE8-8767-611125A3D13A}" presName="sibTrans" presStyleLbl="sibTrans2D1" presStyleIdx="0" presStyleCnt="2"/>
      <dgm:spPr/>
    </dgm:pt>
    <dgm:pt modelId="{8808323E-F009-491F-9ECD-0AFD09715AFB}" type="pres">
      <dgm:prSet presAssocID="{F0DE13DC-36F5-4CE8-8767-611125A3D13A}" presName="connectorText" presStyleLbl="sibTrans2D1" presStyleIdx="0" presStyleCnt="2"/>
      <dgm:spPr/>
    </dgm:pt>
    <dgm:pt modelId="{2E17B990-8613-49B6-AF72-1051257F909A}" type="pres">
      <dgm:prSet presAssocID="{08795A9A-39FD-45CC-9B17-C8C8B66992D1}" presName="node" presStyleLbl="node1" presStyleIdx="1" presStyleCnt="3">
        <dgm:presLayoutVars>
          <dgm:bulletEnabled val="1"/>
        </dgm:presLayoutVars>
      </dgm:prSet>
      <dgm:spPr/>
    </dgm:pt>
    <dgm:pt modelId="{F47CDD83-E97B-4026-BE72-C4A3A56792D6}" type="pres">
      <dgm:prSet presAssocID="{C39286FF-377D-4A86-B5C9-24A6D23BF274}" presName="sibTrans" presStyleLbl="sibTrans2D1" presStyleIdx="1" presStyleCnt="2"/>
      <dgm:spPr/>
    </dgm:pt>
    <dgm:pt modelId="{FD67F9CD-BAC8-449D-811E-0945BD824917}" type="pres">
      <dgm:prSet presAssocID="{C39286FF-377D-4A86-B5C9-24A6D23BF274}" presName="connectorText" presStyleLbl="sibTrans2D1" presStyleIdx="1" presStyleCnt="2"/>
      <dgm:spPr/>
    </dgm:pt>
    <dgm:pt modelId="{543024E2-7749-482A-8AFA-BAF31E7DD926}" type="pres">
      <dgm:prSet presAssocID="{3B1CD237-A272-43D3-B7A0-5DACB1F27807}" presName="node" presStyleLbl="node1" presStyleIdx="2" presStyleCnt="3">
        <dgm:presLayoutVars>
          <dgm:bulletEnabled val="1"/>
        </dgm:presLayoutVars>
      </dgm:prSet>
      <dgm:spPr/>
    </dgm:pt>
  </dgm:ptLst>
  <dgm:cxnLst>
    <dgm:cxn modelId="{344C9301-DF66-4D00-8B49-B91BC968C8DB}" srcId="{008316A3-21A6-4F0E-A3E9-FE28C2D9C511}" destId="{73A088B3-8584-4A55-B192-2C68ABDC89A1}" srcOrd="0" destOrd="0" parTransId="{2147BA24-A2B7-430A-85DE-99F9244FAFBE}" sibTransId="{F0DE13DC-36F5-4CE8-8767-611125A3D13A}"/>
    <dgm:cxn modelId="{C3532046-A5D3-4712-84EB-BA09C2FABC7C}" type="presOf" srcId="{C39286FF-377D-4A86-B5C9-24A6D23BF274}" destId="{F47CDD83-E97B-4026-BE72-C4A3A56792D6}" srcOrd="0" destOrd="0" presId="urn:microsoft.com/office/officeart/2005/8/layout/process1"/>
    <dgm:cxn modelId="{8088E049-F88C-41D6-B821-FC8F2087EBBF}" srcId="{008316A3-21A6-4F0E-A3E9-FE28C2D9C511}" destId="{08795A9A-39FD-45CC-9B17-C8C8B66992D1}" srcOrd="1" destOrd="0" parTransId="{473DA7F4-6A22-4BBD-BA6D-EA39182903A5}" sibTransId="{C39286FF-377D-4A86-B5C9-24A6D23BF274}"/>
    <dgm:cxn modelId="{25A6FB6D-D976-43BF-A71F-71B81FB33938}" type="presOf" srcId="{F0DE13DC-36F5-4CE8-8767-611125A3D13A}" destId="{10BD7ABE-FAE1-47DF-B8CC-588111007C1E}" srcOrd="0" destOrd="0" presId="urn:microsoft.com/office/officeart/2005/8/layout/process1"/>
    <dgm:cxn modelId="{010B665A-AA80-46A8-B6B3-B3A0AC4C7527}" type="presOf" srcId="{008316A3-21A6-4F0E-A3E9-FE28C2D9C511}" destId="{6D06476E-098B-4FBF-B6E9-D426B067DEE2}" srcOrd="0" destOrd="0" presId="urn:microsoft.com/office/officeart/2005/8/layout/process1"/>
    <dgm:cxn modelId="{22C6E58F-FCB3-4516-ABFC-61B0B8DA977A}" type="presOf" srcId="{73A088B3-8584-4A55-B192-2C68ABDC89A1}" destId="{005BAA7F-9E33-45EE-AF51-034888971E92}" srcOrd="0" destOrd="0" presId="urn:microsoft.com/office/officeart/2005/8/layout/process1"/>
    <dgm:cxn modelId="{13EC2F91-2018-4E6E-B3DB-18AB0C1E41A7}" type="presOf" srcId="{08795A9A-39FD-45CC-9B17-C8C8B66992D1}" destId="{2E17B990-8613-49B6-AF72-1051257F909A}" srcOrd="0" destOrd="0" presId="urn:microsoft.com/office/officeart/2005/8/layout/process1"/>
    <dgm:cxn modelId="{6D502BA3-F0B9-4410-B393-822313A591AD}" srcId="{008316A3-21A6-4F0E-A3E9-FE28C2D9C511}" destId="{3B1CD237-A272-43D3-B7A0-5DACB1F27807}" srcOrd="2" destOrd="0" parTransId="{DC42375E-C300-4FE1-8E85-E5CFFFD553B9}" sibTransId="{324FA2B5-4FAF-48A8-8013-A83D4CF552C6}"/>
    <dgm:cxn modelId="{195C8BA3-F37E-4298-94AC-B9945555471F}" type="presOf" srcId="{F0DE13DC-36F5-4CE8-8767-611125A3D13A}" destId="{8808323E-F009-491F-9ECD-0AFD09715AFB}" srcOrd="1" destOrd="0" presId="urn:microsoft.com/office/officeart/2005/8/layout/process1"/>
    <dgm:cxn modelId="{F3D870B4-6F4B-454C-993B-8250414F6746}" type="presOf" srcId="{C39286FF-377D-4A86-B5C9-24A6D23BF274}" destId="{FD67F9CD-BAC8-449D-811E-0945BD824917}" srcOrd="1" destOrd="0" presId="urn:microsoft.com/office/officeart/2005/8/layout/process1"/>
    <dgm:cxn modelId="{0870E7D6-1EC8-46EC-AEB4-E8CD57AF5880}" type="presOf" srcId="{3B1CD237-A272-43D3-B7A0-5DACB1F27807}" destId="{543024E2-7749-482A-8AFA-BAF31E7DD926}" srcOrd="0" destOrd="0" presId="urn:microsoft.com/office/officeart/2005/8/layout/process1"/>
    <dgm:cxn modelId="{63F4915A-B0F0-4A0A-9B07-D03D17B6CC5A}" type="presParOf" srcId="{6D06476E-098B-4FBF-B6E9-D426B067DEE2}" destId="{005BAA7F-9E33-45EE-AF51-034888971E92}" srcOrd="0" destOrd="0" presId="urn:microsoft.com/office/officeart/2005/8/layout/process1"/>
    <dgm:cxn modelId="{E14A775A-4978-4A47-99E8-79684A523F75}" type="presParOf" srcId="{6D06476E-098B-4FBF-B6E9-D426B067DEE2}" destId="{10BD7ABE-FAE1-47DF-B8CC-588111007C1E}" srcOrd="1" destOrd="0" presId="urn:microsoft.com/office/officeart/2005/8/layout/process1"/>
    <dgm:cxn modelId="{68BD994E-4D46-4A41-BD5A-33D7A1038AB1}" type="presParOf" srcId="{10BD7ABE-FAE1-47DF-B8CC-588111007C1E}" destId="{8808323E-F009-491F-9ECD-0AFD09715AFB}" srcOrd="0" destOrd="0" presId="urn:microsoft.com/office/officeart/2005/8/layout/process1"/>
    <dgm:cxn modelId="{35C4F8C6-B0CF-4D2E-B176-52FC3C7BCABF}" type="presParOf" srcId="{6D06476E-098B-4FBF-B6E9-D426B067DEE2}" destId="{2E17B990-8613-49B6-AF72-1051257F909A}" srcOrd="2" destOrd="0" presId="urn:microsoft.com/office/officeart/2005/8/layout/process1"/>
    <dgm:cxn modelId="{848F82BC-2A29-4F35-8F9A-C6021C48450C}" type="presParOf" srcId="{6D06476E-098B-4FBF-B6E9-D426B067DEE2}" destId="{F47CDD83-E97B-4026-BE72-C4A3A56792D6}" srcOrd="3" destOrd="0" presId="urn:microsoft.com/office/officeart/2005/8/layout/process1"/>
    <dgm:cxn modelId="{DAC28A61-2C23-40AD-8FDF-A9E94CAA557F}" type="presParOf" srcId="{F47CDD83-E97B-4026-BE72-C4A3A56792D6}" destId="{FD67F9CD-BAC8-449D-811E-0945BD824917}" srcOrd="0" destOrd="0" presId="urn:microsoft.com/office/officeart/2005/8/layout/process1"/>
    <dgm:cxn modelId="{B6E12031-1FE9-4E8B-9177-85A25D86F1E5}" type="presParOf" srcId="{6D06476E-098B-4FBF-B6E9-D426B067DEE2}" destId="{543024E2-7749-482A-8AFA-BAF31E7DD926}"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008316A3-21A6-4F0E-A3E9-FE28C2D9C511}" type="doc">
      <dgm:prSet loTypeId="urn:microsoft.com/office/officeart/2005/8/layout/process1" loCatId="process" qsTypeId="urn:microsoft.com/office/officeart/2005/8/quickstyle/3d9#2" qsCatId="3D" csTypeId="urn:microsoft.com/office/officeart/2005/8/colors/accent6_2" csCatId="accent6" phldr="1"/>
      <dgm:spPr/>
      <dgm:t>
        <a:bodyPr/>
        <a:lstStyle/>
        <a:p>
          <a:endParaRPr lang="en-US"/>
        </a:p>
      </dgm:t>
    </dgm:pt>
    <dgm:pt modelId="{73A088B3-8584-4A55-B192-2C68ABDC89A1}">
      <dgm:prSet phldrT="[Text]" phldr="0"/>
      <dgm:spPr/>
      <dgm:t>
        <a:bodyPr/>
        <a:lstStyle/>
        <a:p>
          <a:r>
            <a:rPr lang="en-US" dirty="0"/>
            <a:t>Prompt</a:t>
          </a:r>
        </a:p>
      </dgm:t>
    </dgm:pt>
    <dgm:pt modelId="{2147BA24-A2B7-430A-85DE-99F9244FAFBE}" type="parTrans" cxnId="{344C9301-DF66-4D00-8B49-B91BC968C8DB}">
      <dgm:prSet/>
      <dgm:spPr/>
      <dgm:t>
        <a:bodyPr/>
        <a:lstStyle/>
        <a:p>
          <a:endParaRPr lang="en-US"/>
        </a:p>
      </dgm:t>
    </dgm:pt>
    <dgm:pt modelId="{F0DE13DC-36F5-4CE8-8767-611125A3D13A}" type="sibTrans" cxnId="{344C9301-DF66-4D00-8B49-B91BC968C8DB}">
      <dgm:prSet/>
      <dgm:spPr/>
      <dgm:t>
        <a:bodyPr/>
        <a:lstStyle/>
        <a:p>
          <a:endParaRPr lang="en-US"/>
        </a:p>
      </dgm:t>
    </dgm:pt>
    <dgm:pt modelId="{08795A9A-39FD-45CC-9B17-C8C8B66992D1}">
      <dgm:prSet phldrT="[Text]" phldr="0"/>
      <dgm:spPr/>
      <dgm:t>
        <a:bodyPr/>
        <a:lstStyle/>
        <a:p>
          <a:r>
            <a:rPr lang="en-US" dirty="0"/>
            <a:t>Embed</a:t>
          </a:r>
        </a:p>
      </dgm:t>
    </dgm:pt>
    <dgm:pt modelId="{473DA7F4-6A22-4BBD-BA6D-EA39182903A5}" type="parTrans" cxnId="{8088E049-F88C-41D6-B821-FC8F2087EBBF}">
      <dgm:prSet/>
      <dgm:spPr/>
      <dgm:t>
        <a:bodyPr/>
        <a:lstStyle/>
        <a:p>
          <a:endParaRPr lang="en-US"/>
        </a:p>
      </dgm:t>
    </dgm:pt>
    <dgm:pt modelId="{C39286FF-377D-4A86-B5C9-24A6D23BF274}" type="sibTrans" cxnId="{8088E049-F88C-41D6-B821-FC8F2087EBBF}">
      <dgm:prSet/>
      <dgm:spPr/>
      <dgm:t>
        <a:bodyPr/>
        <a:lstStyle/>
        <a:p>
          <a:endParaRPr lang="en-US"/>
        </a:p>
      </dgm:t>
    </dgm:pt>
    <dgm:pt modelId="{3B1CD237-A272-43D3-B7A0-5DACB1F27807}">
      <dgm:prSet phldrT="[Text]" phldr="0"/>
      <dgm:spPr/>
      <dgm:t>
        <a:bodyPr/>
        <a:lstStyle/>
        <a:p>
          <a:r>
            <a:rPr lang="en-US" dirty="0"/>
            <a:t>Search</a:t>
          </a:r>
        </a:p>
      </dgm:t>
    </dgm:pt>
    <dgm:pt modelId="{DC42375E-C300-4FE1-8E85-E5CFFFD553B9}" type="parTrans" cxnId="{6D502BA3-F0B9-4410-B393-822313A591AD}">
      <dgm:prSet/>
      <dgm:spPr/>
      <dgm:t>
        <a:bodyPr/>
        <a:lstStyle/>
        <a:p>
          <a:endParaRPr lang="en-US"/>
        </a:p>
      </dgm:t>
    </dgm:pt>
    <dgm:pt modelId="{324FA2B5-4FAF-48A8-8013-A83D4CF552C6}" type="sibTrans" cxnId="{6D502BA3-F0B9-4410-B393-822313A591AD}">
      <dgm:prSet/>
      <dgm:spPr/>
      <dgm:t>
        <a:bodyPr/>
        <a:lstStyle/>
        <a:p>
          <a:endParaRPr lang="en-US"/>
        </a:p>
      </dgm:t>
    </dgm:pt>
    <dgm:pt modelId="{6D06476E-098B-4FBF-B6E9-D426B067DEE2}" type="pres">
      <dgm:prSet presAssocID="{008316A3-21A6-4F0E-A3E9-FE28C2D9C511}" presName="Name0" presStyleCnt="0">
        <dgm:presLayoutVars>
          <dgm:dir/>
          <dgm:resizeHandles val="exact"/>
        </dgm:presLayoutVars>
      </dgm:prSet>
      <dgm:spPr/>
    </dgm:pt>
    <dgm:pt modelId="{005BAA7F-9E33-45EE-AF51-034888971E92}" type="pres">
      <dgm:prSet presAssocID="{73A088B3-8584-4A55-B192-2C68ABDC89A1}" presName="node" presStyleLbl="node1" presStyleIdx="0" presStyleCnt="3">
        <dgm:presLayoutVars>
          <dgm:bulletEnabled val="1"/>
        </dgm:presLayoutVars>
      </dgm:prSet>
      <dgm:spPr/>
    </dgm:pt>
    <dgm:pt modelId="{10BD7ABE-FAE1-47DF-B8CC-588111007C1E}" type="pres">
      <dgm:prSet presAssocID="{F0DE13DC-36F5-4CE8-8767-611125A3D13A}" presName="sibTrans" presStyleLbl="sibTrans2D1" presStyleIdx="0" presStyleCnt="2"/>
      <dgm:spPr/>
    </dgm:pt>
    <dgm:pt modelId="{8808323E-F009-491F-9ECD-0AFD09715AFB}" type="pres">
      <dgm:prSet presAssocID="{F0DE13DC-36F5-4CE8-8767-611125A3D13A}" presName="connectorText" presStyleLbl="sibTrans2D1" presStyleIdx="0" presStyleCnt="2"/>
      <dgm:spPr/>
    </dgm:pt>
    <dgm:pt modelId="{2E17B990-8613-49B6-AF72-1051257F909A}" type="pres">
      <dgm:prSet presAssocID="{08795A9A-39FD-45CC-9B17-C8C8B66992D1}" presName="node" presStyleLbl="node1" presStyleIdx="1" presStyleCnt="3">
        <dgm:presLayoutVars>
          <dgm:bulletEnabled val="1"/>
        </dgm:presLayoutVars>
      </dgm:prSet>
      <dgm:spPr/>
    </dgm:pt>
    <dgm:pt modelId="{F47CDD83-E97B-4026-BE72-C4A3A56792D6}" type="pres">
      <dgm:prSet presAssocID="{C39286FF-377D-4A86-B5C9-24A6D23BF274}" presName="sibTrans" presStyleLbl="sibTrans2D1" presStyleIdx="1" presStyleCnt="2"/>
      <dgm:spPr/>
    </dgm:pt>
    <dgm:pt modelId="{FD67F9CD-BAC8-449D-811E-0945BD824917}" type="pres">
      <dgm:prSet presAssocID="{C39286FF-377D-4A86-B5C9-24A6D23BF274}" presName="connectorText" presStyleLbl="sibTrans2D1" presStyleIdx="1" presStyleCnt="2"/>
      <dgm:spPr/>
    </dgm:pt>
    <dgm:pt modelId="{543024E2-7749-482A-8AFA-BAF31E7DD926}" type="pres">
      <dgm:prSet presAssocID="{3B1CD237-A272-43D3-B7A0-5DACB1F27807}" presName="node" presStyleLbl="node1" presStyleIdx="2" presStyleCnt="3" custLinFactNeighborX="1896">
        <dgm:presLayoutVars>
          <dgm:bulletEnabled val="1"/>
        </dgm:presLayoutVars>
      </dgm:prSet>
      <dgm:spPr/>
    </dgm:pt>
  </dgm:ptLst>
  <dgm:cxnLst>
    <dgm:cxn modelId="{344C9301-DF66-4D00-8B49-B91BC968C8DB}" srcId="{008316A3-21A6-4F0E-A3E9-FE28C2D9C511}" destId="{73A088B3-8584-4A55-B192-2C68ABDC89A1}" srcOrd="0" destOrd="0" parTransId="{2147BA24-A2B7-430A-85DE-99F9244FAFBE}" sibTransId="{F0DE13DC-36F5-4CE8-8767-611125A3D13A}"/>
    <dgm:cxn modelId="{C3532046-A5D3-4712-84EB-BA09C2FABC7C}" type="presOf" srcId="{C39286FF-377D-4A86-B5C9-24A6D23BF274}" destId="{F47CDD83-E97B-4026-BE72-C4A3A56792D6}" srcOrd="0" destOrd="0" presId="urn:microsoft.com/office/officeart/2005/8/layout/process1"/>
    <dgm:cxn modelId="{8088E049-F88C-41D6-B821-FC8F2087EBBF}" srcId="{008316A3-21A6-4F0E-A3E9-FE28C2D9C511}" destId="{08795A9A-39FD-45CC-9B17-C8C8B66992D1}" srcOrd="1" destOrd="0" parTransId="{473DA7F4-6A22-4BBD-BA6D-EA39182903A5}" sibTransId="{C39286FF-377D-4A86-B5C9-24A6D23BF274}"/>
    <dgm:cxn modelId="{25A6FB6D-D976-43BF-A71F-71B81FB33938}" type="presOf" srcId="{F0DE13DC-36F5-4CE8-8767-611125A3D13A}" destId="{10BD7ABE-FAE1-47DF-B8CC-588111007C1E}" srcOrd="0" destOrd="0" presId="urn:microsoft.com/office/officeart/2005/8/layout/process1"/>
    <dgm:cxn modelId="{010B665A-AA80-46A8-B6B3-B3A0AC4C7527}" type="presOf" srcId="{008316A3-21A6-4F0E-A3E9-FE28C2D9C511}" destId="{6D06476E-098B-4FBF-B6E9-D426B067DEE2}" srcOrd="0" destOrd="0" presId="urn:microsoft.com/office/officeart/2005/8/layout/process1"/>
    <dgm:cxn modelId="{22C6E58F-FCB3-4516-ABFC-61B0B8DA977A}" type="presOf" srcId="{73A088B3-8584-4A55-B192-2C68ABDC89A1}" destId="{005BAA7F-9E33-45EE-AF51-034888971E92}" srcOrd="0" destOrd="0" presId="urn:microsoft.com/office/officeart/2005/8/layout/process1"/>
    <dgm:cxn modelId="{13EC2F91-2018-4E6E-B3DB-18AB0C1E41A7}" type="presOf" srcId="{08795A9A-39FD-45CC-9B17-C8C8B66992D1}" destId="{2E17B990-8613-49B6-AF72-1051257F909A}" srcOrd="0" destOrd="0" presId="urn:microsoft.com/office/officeart/2005/8/layout/process1"/>
    <dgm:cxn modelId="{6D502BA3-F0B9-4410-B393-822313A591AD}" srcId="{008316A3-21A6-4F0E-A3E9-FE28C2D9C511}" destId="{3B1CD237-A272-43D3-B7A0-5DACB1F27807}" srcOrd="2" destOrd="0" parTransId="{DC42375E-C300-4FE1-8E85-E5CFFFD553B9}" sibTransId="{324FA2B5-4FAF-48A8-8013-A83D4CF552C6}"/>
    <dgm:cxn modelId="{195C8BA3-F37E-4298-94AC-B9945555471F}" type="presOf" srcId="{F0DE13DC-36F5-4CE8-8767-611125A3D13A}" destId="{8808323E-F009-491F-9ECD-0AFD09715AFB}" srcOrd="1" destOrd="0" presId="urn:microsoft.com/office/officeart/2005/8/layout/process1"/>
    <dgm:cxn modelId="{F3D870B4-6F4B-454C-993B-8250414F6746}" type="presOf" srcId="{C39286FF-377D-4A86-B5C9-24A6D23BF274}" destId="{FD67F9CD-BAC8-449D-811E-0945BD824917}" srcOrd="1" destOrd="0" presId="urn:microsoft.com/office/officeart/2005/8/layout/process1"/>
    <dgm:cxn modelId="{0870E7D6-1EC8-46EC-AEB4-E8CD57AF5880}" type="presOf" srcId="{3B1CD237-A272-43D3-B7A0-5DACB1F27807}" destId="{543024E2-7749-482A-8AFA-BAF31E7DD926}" srcOrd="0" destOrd="0" presId="urn:microsoft.com/office/officeart/2005/8/layout/process1"/>
    <dgm:cxn modelId="{63F4915A-B0F0-4A0A-9B07-D03D17B6CC5A}" type="presParOf" srcId="{6D06476E-098B-4FBF-B6E9-D426B067DEE2}" destId="{005BAA7F-9E33-45EE-AF51-034888971E92}" srcOrd="0" destOrd="0" presId="urn:microsoft.com/office/officeart/2005/8/layout/process1"/>
    <dgm:cxn modelId="{E14A775A-4978-4A47-99E8-79684A523F75}" type="presParOf" srcId="{6D06476E-098B-4FBF-B6E9-D426B067DEE2}" destId="{10BD7ABE-FAE1-47DF-B8CC-588111007C1E}" srcOrd="1" destOrd="0" presId="urn:microsoft.com/office/officeart/2005/8/layout/process1"/>
    <dgm:cxn modelId="{68BD994E-4D46-4A41-BD5A-33D7A1038AB1}" type="presParOf" srcId="{10BD7ABE-FAE1-47DF-B8CC-588111007C1E}" destId="{8808323E-F009-491F-9ECD-0AFD09715AFB}" srcOrd="0" destOrd="0" presId="urn:microsoft.com/office/officeart/2005/8/layout/process1"/>
    <dgm:cxn modelId="{35C4F8C6-B0CF-4D2E-B176-52FC3C7BCABF}" type="presParOf" srcId="{6D06476E-098B-4FBF-B6E9-D426B067DEE2}" destId="{2E17B990-8613-49B6-AF72-1051257F909A}" srcOrd="2" destOrd="0" presId="urn:microsoft.com/office/officeart/2005/8/layout/process1"/>
    <dgm:cxn modelId="{848F82BC-2A29-4F35-8F9A-C6021C48450C}" type="presParOf" srcId="{6D06476E-098B-4FBF-B6E9-D426B067DEE2}" destId="{F47CDD83-E97B-4026-BE72-C4A3A56792D6}" srcOrd="3" destOrd="0" presId="urn:microsoft.com/office/officeart/2005/8/layout/process1"/>
    <dgm:cxn modelId="{DAC28A61-2C23-40AD-8FDF-A9E94CAA557F}" type="presParOf" srcId="{F47CDD83-E97B-4026-BE72-C4A3A56792D6}" destId="{FD67F9CD-BAC8-449D-811E-0945BD824917}" srcOrd="0" destOrd="0" presId="urn:microsoft.com/office/officeart/2005/8/layout/process1"/>
    <dgm:cxn modelId="{B6E12031-1FE9-4E8B-9177-85A25D86F1E5}" type="presParOf" srcId="{6D06476E-098B-4FBF-B6E9-D426B067DEE2}" destId="{543024E2-7749-482A-8AFA-BAF31E7DD926}" srcOrd="4"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008316A3-21A6-4F0E-A3E9-FE28C2D9C511}" type="doc">
      <dgm:prSet loTypeId="urn:microsoft.com/office/officeart/2005/8/layout/process1" loCatId="process" qsTypeId="urn:microsoft.com/office/officeart/2005/8/quickstyle/3d9#3" qsCatId="3D" csTypeId="urn:microsoft.com/office/officeart/2005/8/colors/accent6_2" csCatId="accent6" phldr="1"/>
      <dgm:spPr/>
      <dgm:t>
        <a:bodyPr/>
        <a:lstStyle/>
        <a:p>
          <a:endParaRPr lang="en-US"/>
        </a:p>
      </dgm:t>
    </dgm:pt>
    <dgm:pt modelId="{08795A9A-39FD-45CC-9B17-C8C8B66992D1}">
      <dgm:prSet phldrT="[Text]" phldr="0"/>
      <dgm:spPr>
        <a:solidFill>
          <a:srgbClr val="92D050"/>
        </a:solidFill>
      </dgm:spPr>
      <dgm:t>
        <a:bodyPr/>
        <a:lstStyle/>
        <a:p>
          <a:r>
            <a:rPr lang="en-US" dirty="0"/>
            <a:t>Infer</a:t>
          </a:r>
        </a:p>
      </dgm:t>
    </dgm:pt>
    <dgm:pt modelId="{473DA7F4-6A22-4BBD-BA6D-EA39182903A5}" type="parTrans" cxnId="{8088E049-F88C-41D6-B821-FC8F2087EBBF}">
      <dgm:prSet/>
      <dgm:spPr/>
      <dgm:t>
        <a:bodyPr/>
        <a:lstStyle/>
        <a:p>
          <a:endParaRPr lang="en-US"/>
        </a:p>
      </dgm:t>
    </dgm:pt>
    <dgm:pt modelId="{C39286FF-377D-4A86-B5C9-24A6D23BF274}" type="sibTrans" cxnId="{8088E049-F88C-41D6-B821-FC8F2087EBBF}">
      <dgm:prSet/>
      <dgm:spPr/>
      <dgm:t>
        <a:bodyPr/>
        <a:lstStyle/>
        <a:p>
          <a:endParaRPr lang="en-US"/>
        </a:p>
      </dgm:t>
    </dgm:pt>
    <dgm:pt modelId="{3B1CD237-A272-43D3-B7A0-5DACB1F27807}">
      <dgm:prSet phldrT="[Text]" phldr="0"/>
      <dgm:spPr/>
      <dgm:t>
        <a:bodyPr/>
        <a:lstStyle/>
        <a:p>
          <a:r>
            <a:rPr lang="en-US" dirty="0"/>
            <a:t>Token</a:t>
          </a:r>
        </a:p>
      </dgm:t>
    </dgm:pt>
    <dgm:pt modelId="{DC42375E-C300-4FE1-8E85-E5CFFFD553B9}" type="parTrans" cxnId="{6D502BA3-F0B9-4410-B393-822313A591AD}">
      <dgm:prSet/>
      <dgm:spPr/>
      <dgm:t>
        <a:bodyPr/>
        <a:lstStyle/>
        <a:p>
          <a:endParaRPr lang="en-US"/>
        </a:p>
      </dgm:t>
    </dgm:pt>
    <dgm:pt modelId="{324FA2B5-4FAF-48A8-8013-A83D4CF552C6}" type="sibTrans" cxnId="{6D502BA3-F0B9-4410-B393-822313A591AD}">
      <dgm:prSet/>
      <dgm:spPr/>
      <dgm:t>
        <a:bodyPr/>
        <a:lstStyle/>
        <a:p>
          <a:endParaRPr lang="en-US"/>
        </a:p>
      </dgm:t>
    </dgm:pt>
    <dgm:pt modelId="{73A088B3-8584-4A55-B192-2C68ABDC89A1}">
      <dgm:prSet phldrT="[Text]" phldr="0"/>
      <dgm:spPr/>
      <dgm:t>
        <a:bodyPr/>
        <a:lstStyle/>
        <a:p>
          <a:r>
            <a:rPr lang="en-US" dirty="0"/>
            <a:t>Seed</a:t>
          </a:r>
        </a:p>
      </dgm:t>
    </dgm:pt>
    <dgm:pt modelId="{F0DE13DC-36F5-4CE8-8767-611125A3D13A}" type="sibTrans" cxnId="{344C9301-DF66-4D00-8B49-B91BC968C8DB}">
      <dgm:prSet/>
      <dgm:spPr/>
      <dgm:t>
        <a:bodyPr/>
        <a:lstStyle/>
        <a:p>
          <a:endParaRPr lang="en-US"/>
        </a:p>
      </dgm:t>
    </dgm:pt>
    <dgm:pt modelId="{2147BA24-A2B7-430A-85DE-99F9244FAFBE}" type="parTrans" cxnId="{344C9301-DF66-4D00-8B49-B91BC968C8DB}">
      <dgm:prSet/>
      <dgm:spPr/>
      <dgm:t>
        <a:bodyPr/>
        <a:lstStyle/>
        <a:p>
          <a:endParaRPr lang="en-US"/>
        </a:p>
      </dgm:t>
    </dgm:pt>
    <dgm:pt modelId="{6D06476E-098B-4FBF-B6E9-D426B067DEE2}" type="pres">
      <dgm:prSet presAssocID="{008316A3-21A6-4F0E-A3E9-FE28C2D9C511}" presName="Name0" presStyleCnt="0">
        <dgm:presLayoutVars>
          <dgm:dir/>
          <dgm:resizeHandles val="exact"/>
        </dgm:presLayoutVars>
      </dgm:prSet>
      <dgm:spPr/>
    </dgm:pt>
    <dgm:pt modelId="{005BAA7F-9E33-45EE-AF51-034888971E92}" type="pres">
      <dgm:prSet presAssocID="{73A088B3-8584-4A55-B192-2C68ABDC89A1}" presName="node" presStyleLbl="node1" presStyleIdx="0" presStyleCnt="3">
        <dgm:presLayoutVars>
          <dgm:bulletEnabled val="1"/>
        </dgm:presLayoutVars>
      </dgm:prSet>
      <dgm:spPr/>
    </dgm:pt>
    <dgm:pt modelId="{10BD7ABE-FAE1-47DF-B8CC-588111007C1E}" type="pres">
      <dgm:prSet presAssocID="{F0DE13DC-36F5-4CE8-8767-611125A3D13A}" presName="sibTrans" presStyleLbl="sibTrans2D1" presStyleIdx="0" presStyleCnt="2"/>
      <dgm:spPr/>
    </dgm:pt>
    <dgm:pt modelId="{8808323E-F009-491F-9ECD-0AFD09715AFB}" type="pres">
      <dgm:prSet presAssocID="{F0DE13DC-36F5-4CE8-8767-611125A3D13A}" presName="connectorText" presStyleLbl="sibTrans2D1" presStyleIdx="0" presStyleCnt="2"/>
      <dgm:spPr/>
    </dgm:pt>
    <dgm:pt modelId="{2E17B990-8613-49B6-AF72-1051257F909A}" type="pres">
      <dgm:prSet presAssocID="{08795A9A-39FD-45CC-9B17-C8C8B66992D1}" presName="node" presStyleLbl="node1" presStyleIdx="1" presStyleCnt="3">
        <dgm:presLayoutVars>
          <dgm:bulletEnabled val="1"/>
        </dgm:presLayoutVars>
      </dgm:prSet>
      <dgm:spPr/>
    </dgm:pt>
    <dgm:pt modelId="{F47CDD83-E97B-4026-BE72-C4A3A56792D6}" type="pres">
      <dgm:prSet presAssocID="{C39286FF-377D-4A86-B5C9-24A6D23BF274}" presName="sibTrans" presStyleLbl="sibTrans2D1" presStyleIdx="1" presStyleCnt="2"/>
      <dgm:spPr/>
    </dgm:pt>
    <dgm:pt modelId="{FD67F9CD-BAC8-449D-811E-0945BD824917}" type="pres">
      <dgm:prSet presAssocID="{C39286FF-377D-4A86-B5C9-24A6D23BF274}" presName="connectorText" presStyleLbl="sibTrans2D1" presStyleIdx="1" presStyleCnt="2"/>
      <dgm:spPr/>
    </dgm:pt>
    <dgm:pt modelId="{543024E2-7749-482A-8AFA-BAF31E7DD926}" type="pres">
      <dgm:prSet presAssocID="{3B1CD237-A272-43D3-B7A0-5DACB1F27807}" presName="node" presStyleLbl="node1" presStyleIdx="2" presStyleCnt="3">
        <dgm:presLayoutVars>
          <dgm:bulletEnabled val="1"/>
        </dgm:presLayoutVars>
      </dgm:prSet>
      <dgm:spPr/>
    </dgm:pt>
  </dgm:ptLst>
  <dgm:cxnLst>
    <dgm:cxn modelId="{344C9301-DF66-4D00-8B49-B91BC968C8DB}" srcId="{008316A3-21A6-4F0E-A3E9-FE28C2D9C511}" destId="{73A088B3-8584-4A55-B192-2C68ABDC89A1}" srcOrd="0" destOrd="0" parTransId="{2147BA24-A2B7-430A-85DE-99F9244FAFBE}" sibTransId="{F0DE13DC-36F5-4CE8-8767-611125A3D13A}"/>
    <dgm:cxn modelId="{C3532046-A5D3-4712-84EB-BA09C2FABC7C}" type="presOf" srcId="{C39286FF-377D-4A86-B5C9-24A6D23BF274}" destId="{F47CDD83-E97B-4026-BE72-C4A3A56792D6}" srcOrd="0" destOrd="0" presId="urn:microsoft.com/office/officeart/2005/8/layout/process1"/>
    <dgm:cxn modelId="{8088E049-F88C-41D6-B821-FC8F2087EBBF}" srcId="{008316A3-21A6-4F0E-A3E9-FE28C2D9C511}" destId="{08795A9A-39FD-45CC-9B17-C8C8B66992D1}" srcOrd="1" destOrd="0" parTransId="{473DA7F4-6A22-4BBD-BA6D-EA39182903A5}" sibTransId="{C39286FF-377D-4A86-B5C9-24A6D23BF274}"/>
    <dgm:cxn modelId="{25A6FB6D-D976-43BF-A71F-71B81FB33938}" type="presOf" srcId="{F0DE13DC-36F5-4CE8-8767-611125A3D13A}" destId="{10BD7ABE-FAE1-47DF-B8CC-588111007C1E}" srcOrd="0" destOrd="0" presId="urn:microsoft.com/office/officeart/2005/8/layout/process1"/>
    <dgm:cxn modelId="{010B665A-AA80-46A8-B6B3-B3A0AC4C7527}" type="presOf" srcId="{008316A3-21A6-4F0E-A3E9-FE28C2D9C511}" destId="{6D06476E-098B-4FBF-B6E9-D426B067DEE2}" srcOrd="0" destOrd="0" presId="urn:microsoft.com/office/officeart/2005/8/layout/process1"/>
    <dgm:cxn modelId="{22C6E58F-FCB3-4516-ABFC-61B0B8DA977A}" type="presOf" srcId="{73A088B3-8584-4A55-B192-2C68ABDC89A1}" destId="{005BAA7F-9E33-45EE-AF51-034888971E92}" srcOrd="0" destOrd="0" presId="urn:microsoft.com/office/officeart/2005/8/layout/process1"/>
    <dgm:cxn modelId="{13EC2F91-2018-4E6E-B3DB-18AB0C1E41A7}" type="presOf" srcId="{08795A9A-39FD-45CC-9B17-C8C8B66992D1}" destId="{2E17B990-8613-49B6-AF72-1051257F909A}" srcOrd="0" destOrd="0" presId="urn:microsoft.com/office/officeart/2005/8/layout/process1"/>
    <dgm:cxn modelId="{6D502BA3-F0B9-4410-B393-822313A591AD}" srcId="{008316A3-21A6-4F0E-A3E9-FE28C2D9C511}" destId="{3B1CD237-A272-43D3-B7A0-5DACB1F27807}" srcOrd="2" destOrd="0" parTransId="{DC42375E-C300-4FE1-8E85-E5CFFFD553B9}" sibTransId="{324FA2B5-4FAF-48A8-8013-A83D4CF552C6}"/>
    <dgm:cxn modelId="{195C8BA3-F37E-4298-94AC-B9945555471F}" type="presOf" srcId="{F0DE13DC-36F5-4CE8-8767-611125A3D13A}" destId="{8808323E-F009-491F-9ECD-0AFD09715AFB}" srcOrd="1" destOrd="0" presId="urn:microsoft.com/office/officeart/2005/8/layout/process1"/>
    <dgm:cxn modelId="{F3D870B4-6F4B-454C-993B-8250414F6746}" type="presOf" srcId="{C39286FF-377D-4A86-B5C9-24A6D23BF274}" destId="{FD67F9CD-BAC8-449D-811E-0945BD824917}" srcOrd="1" destOrd="0" presId="urn:microsoft.com/office/officeart/2005/8/layout/process1"/>
    <dgm:cxn modelId="{0870E7D6-1EC8-46EC-AEB4-E8CD57AF5880}" type="presOf" srcId="{3B1CD237-A272-43D3-B7A0-5DACB1F27807}" destId="{543024E2-7749-482A-8AFA-BAF31E7DD926}" srcOrd="0" destOrd="0" presId="urn:microsoft.com/office/officeart/2005/8/layout/process1"/>
    <dgm:cxn modelId="{63F4915A-B0F0-4A0A-9B07-D03D17B6CC5A}" type="presParOf" srcId="{6D06476E-098B-4FBF-B6E9-D426B067DEE2}" destId="{005BAA7F-9E33-45EE-AF51-034888971E92}" srcOrd="0" destOrd="0" presId="urn:microsoft.com/office/officeart/2005/8/layout/process1"/>
    <dgm:cxn modelId="{E14A775A-4978-4A47-99E8-79684A523F75}" type="presParOf" srcId="{6D06476E-098B-4FBF-B6E9-D426B067DEE2}" destId="{10BD7ABE-FAE1-47DF-B8CC-588111007C1E}" srcOrd="1" destOrd="0" presId="urn:microsoft.com/office/officeart/2005/8/layout/process1"/>
    <dgm:cxn modelId="{68BD994E-4D46-4A41-BD5A-33D7A1038AB1}" type="presParOf" srcId="{10BD7ABE-FAE1-47DF-B8CC-588111007C1E}" destId="{8808323E-F009-491F-9ECD-0AFD09715AFB}" srcOrd="0" destOrd="0" presId="urn:microsoft.com/office/officeart/2005/8/layout/process1"/>
    <dgm:cxn modelId="{35C4F8C6-B0CF-4D2E-B176-52FC3C7BCABF}" type="presParOf" srcId="{6D06476E-098B-4FBF-B6E9-D426B067DEE2}" destId="{2E17B990-8613-49B6-AF72-1051257F909A}" srcOrd="2" destOrd="0" presId="urn:microsoft.com/office/officeart/2005/8/layout/process1"/>
    <dgm:cxn modelId="{848F82BC-2A29-4F35-8F9A-C6021C48450C}" type="presParOf" srcId="{6D06476E-098B-4FBF-B6E9-D426B067DEE2}" destId="{F47CDD83-E97B-4026-BE72-C4A3A56792D6}" srcOrd="3" destOrd="0" presId="urn:microsoft.com/office/officeart/2005/8/layout/process1"/>
    <dgm:cxn modelId="{DAC28A61-2C23-40AD-8FDF-A9E94CAA557F}" type="presParOf" srcId="{F47CDD83-E97B-4026-BE72-C4A3A56792D6}" destId="{FD67F9CD-BAC8-449D-811E-0945BD824917}" srcOrd="0" destOrd="0" presId="urn:microsoft.com/office/officeart/2005/8/layout/process1"/>
    <dgm:cxn modelId="{B6E12031-1FE9-4E8B-9177-85A25D86F1E5}" type="presParOf" srcId="{6D06476E-098B-4FBF-B6E9-D426B067DEE2}" destId="{543024E2-7749-482A-8AFA-BAF31E7DD926}" srcOrd="4" destOrd="0" presId="urn:microsoft.com/office/officeart/2005/8/layout/process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0BA52107-39E8-4576-8780-3304CAA4FC93}" type="doc">
      <dgm:prSet loTypeId="urn:microsoft.com/office/officeart/2009/3/layout/CircleRelationship" loCatId="relationship" qsTypeId="urn:microsoft.com/office/officeart/2005/8/quickstyle/simple1#1" qsCatId="simple" csTypeId="urn:microsoft.com/office/officeart/2005/8/colors/accent1_2#1" csCatId="accent1" phldr="1"/>
      <dgm:spPr/>
      <dgm:t>
        <a:bodyPr/>
        <a:lstStyle/>
        <a:p>
          <a:endParaRPr lang="en-US"/>
        </a:p>
      </dgm:t>
    </dgm:pt>
    <dgm:pt modelId="{7471396E-5E0D-4F05-B030-204ED8A04EBF}">
      <dgm:prSet phldrT="[Text]" phldr="0"/>
      <dgm:spPr/>
      <dgm:t>
        <a:bodyPr/>
        <a:lstStyle/>
        <a:p>
          <a:r>
            <a:rPr lang="en-US" dirty="0"/>
            <a:t>Vector</a:t>
          </a:r>
        </a:p>
        <a:p>
          <a:r>
            <a:rPr lang="en-US" dirty="0"/>
            <a:t>DB</a:t>
          </a:r>
        </a:p>
      </dgm:t>
    </dgm:pt>
    <dgm:pt modelId="{BB596DA0-EBCC-4D63-9F2B-C5B2ECB5E63D}" type="parTrans" cxnId="{F64703B4-E11E-4DEA-B55E-EEA6B0B65862}">
      <dgm:prSet/>
      <dgm:spPr/>
      <dgm:t>
        <a:bodyPr/>
        <a:lstStyle/>
        <a:p>
          <a:endParaRPr lang="en-US"/>
        </a:p>
      </dgm:t>
    </dgm:pt>
    <dgm:pt modelId="{6CB3E3D3-A849-4318-92F0-B4C403AA6251}" type="sibTrans" cxnId="{F64703B4-E11E-4DEA-B55E-EEA6B0B65862}">
      <dgm:prSet/>
      <dgm:spPr/>
      <dgm:t>
        <a:bodyPr/>
        <a:lstStyle/>
        <a:p>
          <a:endParaRPr lang="en-US"/>
        </a:p>
      </dgm:t>
    </dgm:pt>
    <dgm:pt modelId="{58F42542-F23C-4DB4-A948-D51050DCC518}">
      <dgm:prSet phldrT="[Text]" phldr="1"/>
      <dgm:spPr/>
      <dgm:t>
        <a:bodyPr/>
        <a:lstStyle/>
        <a:p>
          <a:endParaRPr lang="en-US"/>
        </a:p>
      </dgm:t>
    </dgm:pt>
    <dgm:pt modelId="{DF88BC88-0362-4EE1-AA74-D1FC3E90A55A}" type="parTrans" cxnId="{4F40101E-A594-4933-AF09-42E2269BF22A}">
      <dgm:prSet/>
      <dgm:spPr/>
      <dgm:t>
        <a:bodyPr/>
        <a:lstStyle/>
        <a:p>
          <a:endParaRPr lang="en-US"/>
        </a:p>
      </dgm:t>
    </dgm:pt>
    <dgm:pt modelId="{51E03D46-8EF8-4E29-95DF-2C38A2A4E337}" type="sibTrans" cxnId="{4F40101E-A594-4933-AF09-42E2269BF22A}">
      <dgm:prSet/>
      <dgm:spPr/>
      <dgm:t>
        <a:bodyPr/>
        <a:lstStyle/>
        <a:p>
          <a:endParaRPr lang="en-US"/>
        </a:p>
      </dgm:t>
    </dgm:pt>
    <dgm:pt modelId="{2240AA3B-FCA1-41D4-8E2F-AD2F66AB788D}">
      <dgm:prSet phldrT="[Text]" phldr="1"/>
      <dgm:spPr/>
      <dgm:t>
        <a:bodyPr/>
        <a:lstStyle/>
        <a:p>
          <a:endParaRPr lang="en-US"/>
        </a:p>
      </dgm:t>
    </dgm:pt>
    <dgm:pt modelId="{9DA39743-962F-4A96-A263-286C42AAC07F}" type="parTrans" cxnId="{AA71DE93-B120-4F6D-B70A-CBB82CDFB415}">
      <dgm:prSet/>
      <dgm:spPr/>
      <dgm:t>
        <a:bodyPr/>
        <a:lstStyle/>
        <a:p>
          <a:endParaRPr lang="en-US"/>
        </a:p>
      </dgm:t>
    </dgm:pt>
    <dgm:pt modelId="{CF59EC4B-43E9-48B5-82A1-051EE30F547D}" type="sibTrans" cxnId="{AA71DE93-B120-4F6D-B70A-CBB82CDFB415}">
      <dgm:prSet/>
      <dgm:spPr/>
      <dgm:t>
        <a:bodyPr/>
        <a:lstStyle/>
        <a:p>
          <a:endParaRPr lang="en-US"/>
        </a:p>
      </dgm:t>
    </dgm:pt>
    <dgm:pt modelId="{EF438D1E-71C4-46ED-A3DE-5A1F3C392B2C}" type="pres">
      <dgm:prSet presAssocID="{0BA52107-39E8-4576-8780-3304CAA4FC93}" presName="Name0" presStyleCnt="0">
        <dgm:presLayoutVars>
          <dgm:chMax val="1"/>
          <dgm:chPref val="1"/>
        </dgm:presLayoutVars>
      </dgm:prSet>
      <dgm:spPr/>
    </dgm:pt>
    <dgm:pt modelId="{00AE08E6-73CC-4573-B71C-56304B469124}" type="pres">
      <dgm:prSet presAssocID="{7471396E-5E0D-4F05-B030-204ED8A04EBF}" presName="Parent" presStyleLbl="node0" presStyleIdx="0" presStyleCnt="1">
        <dgm:presLayoutVars>
          <dgm:chMax val="5"/>
          <dgm:chPref val="5"/>
        </dgm:presLayoutVars>
      </dgm:prSet>
      <dgm:spPr/>
    </dgm:pt>
    <dgm:pt modelId="{A6DA4ED0-9BBD-4C7D-975C-D878026588D8}" type="pres">
      <dgm:prSet presAssocID="{7471396E-5E0D-4F05-B030-204ED8A04EBF}" presName="Accent1" presStyleLbl="node1" presStyleIdx="0" presStyleCnt="13"/>
      <dgm:spPr/>
    </dgm:pt>
    <dgm:pt modelId="{22572360-5085-4433-BC20-D6E7852D26FA}" type="pres">
      <dgm:prSet presAssocID="{7471396E-5E0D-4F05-B030-204ED8A04EBF}" presName="Accent2" presStyleLbl="node1" presStyleIdx="1" presStyleCnt="13"/>
      <dgm:spPr/>
    </dgm:pt>
    <dgm:pt modelId="{CF1B8F50-AAB2-49C0-BF08-DBCEA2F4D078}" type="pres">
      <dgm:prSet presAssocID="{7471396E-5E0D-4F05-B030-204ED8A04EBF}" presName="Accent3" presStyleLbl="node1" presStyleIdx="2" presStyleCnt="13"/>
      <dgm:spPr/>
    </dgm:pt>
    <dgm:pt modelId="{4DAD8755-BF3D-4D3A-924D-235D7A43B3F6}" type="pres">
      <dgm:prSet presAssocID="{7471396E-5E0D-4F05-B030-204ED8A04EBF}" presName="Accent4" presStyleLbl="node1" presStyleIdx="3" presStyleCnt="13"/>
      <dgm:spPr/>
    </dgm:pt>
    <dgm:pt modelId="{D9ACA4A6-F918-48DB-96F0-B49EC43467F6}" type="pres">
      <dgm:prSet presAssocID="{7471396E-5E0D-4F05-B030-204ED8A04EBF}" presName="Accent5" presStyleLbl="node1" presStyleIdx="4" presStyleCnt="13"/>
      <dgm:spPr/>
    </dgm:pt>
    <dgm:pt modelId="{178DB9E5-D949-41EB-9FBB-EEA0A37D6900}" type="pres">
      <dgm:prSet presAssocID="{7471396E-5E0D-4F05-B030-204ED8A04EBF}" presName="Accent6" presStyleLbl="node1" presStyleIdx="5" presStyleCnt="13"/>
      <dgm:spPr/>
    </dgm:pt>
    <dgm:pt modelId="{08A16AD9-A3E9-4655-A9A4-B7B6016D64B9}" type="pres">
      <dgm:prSet presAssocID="{58F42542-F23C-4DB4-A948-D51050DCC518}" presName="Child1" presStyleLbl="node1" presStyleIdx="6" presStyleCnt="13">
        <dgm:presLayoutVars>
          <dgm:chMax val="0"/>
          <dgm:chPref val="0"/>
        </dgm:presLayoutVars>
      </dgm:prSet>
      <dgm:spPr/>
    </dgm:pt>
    <dgm:pt modelId="{12238280-13A8-409D-9E82-C5E12551D70A}" type="pres">
      <dgm:prSet presAssocID="{58F42542-F23C-4DB4-A948-D51050DCC518}" presName="Accent7" presStyleCnt="0"/>
      <dgm:spPr/>
    </dgm:pt>
    <dgm:pt modelId="{B86BAAD6-C908-4C45-B18E-5C588284EA45}" type="pres">
      <dgm:prSet presAssocID="{58F42542-F23C-4DB4-A948-D51050DCC518}" presName="AccentHold1" presStyleLbl="node1" presStyleIdx="7" presStyleCnt="13"/>
      <dgm:spPr/>
    </dgm:pt>
    <dgm:pt modelId="{19D85D1C-5DD2-4656-8CD1-1027D71A6E13}" type="pres">
      <dgm:prSet presAssocID="{58F42542-F23C-4DB4-A948-D51050DCC518}" presName="Accent8" presStyleCnt="0"/>
      <dgm:spPr/>
    </dgm:pt>
    <dgm:pt modelId="{5C23FFDB-CC4F-4C3C-906E-D635B1C4C5F2}" type="pres">
      <dgm:prSet presAssocID="{58F42542-F23C-4DB4-A948-D51050DCC518}" presName="AccentHold2" presStyleLbl="node1" presStyleIdx="8" presStyleCnt="13"/>
      <dgm:spPr/>
    </dgm:pt>
    <dgm:pt modelId="{92693448-0161-407E-AFB2-A23825120CE3}" type="pres">
      <dgm:prSet presAssocID="{2240AA3B-FCA1-41D4-8E2F-AD2F66AB788D}" presName="Child2" presStyleLbl="node1" presStyleIdx="9" presStyleCnt="13">
        <dgm:presLayoutVars>
          <dgm:chMax val="0"/>
          <dgm:chPref val="0"/>
        </dgm:presLayoutVars>
      </dgm:prSet>
      <dgm:spPr/>
    </dgm:pt>
    <dgm:pt modelId="{ABB0C4F4-10A2-4EE4-BEF1-D3164A946CD3}" type="pres">
      <dgm:prSet presAssocID="{2240AA3B-FCA1-41D4-8E2F-AD2F66AB788D}" presName="Accent9" presStyleCnt="0"/>
      <dgm:spPr/>
    </dgm:pt>
    <dgm:pt modelId="{73249667-6BFF-401F-B2CA-B850D1AB3F86}" type="pres">
      <dgm:prSet presAssocID="{2240AA3B-FCA1-41D4-8E2F-AD2F66AB788D}" presName="AccentHold1" presStyleLbl="node1" presStyleIdx="10" presStyleCnt="13"/>
      <dgm:spPr/>
    </dgm:pt>
    <dgm:pt modelId="{9D145BE7-A606-4A0E-8613-588427F825D6}" type="pres">
      <dgm:prSet presAssocID="{2240AA3B-FCA1-41D4-8E2F-AD2F66AB788D}" presName="Accent10" presStyleCnt="0"/>
      <dgm:spPr/>
    </dgm:pt>
    <dgm:pt modelId="{20E48FD7-9899-47C9-A935-6979EC49423A}" type="pres">
      <dgm:prSet presAssocID="{2240AA3B-FCA1-41D4-8E2F-AD2F66AB788D}" presName="AccentHold2" presStyleLbl="node1" presStyleIdx="11" presStyleCnt="13"/>
      <dgm:spPr/>
    </dgm:pt>
    <dgm:pt modelId="{14BB48ED-CC4E-4E46-BD17-5CAB0EB47827}" type="pres">
      <dgm:prSet presAssocID="{2240AA3B-FCA1-41D4-8E2F-AD2F66AB788D}" presName="Accent11" presStyleCnt="0"/>
      <dgm:spPr/>
    </dgm:pt>
    <dgm:pt modelId="{D1BCF55E-D5B9-4B39-8C73-D78A3D0593C2}" type="pres">
      <dgm:prSet presAssocID="{2240AA3B-FCA1-41D4-8E2F-AD2F66AB788D}" presName="AccentHold3" presStyleLbl="node1" presStyleIdx="12" presStyleCnt="13"/>
      <dgm:spPr/>
    </dgm:pt>
  </dgm:ptLst>
  <dgm:cxnLst>
    <dgm:cxn modelId="{7DCE3112-F355-4DA4-AA3E-F5C19DA6482D}" type="presOf" srcId="{0BA52107-39E8-4576-8780-3304CAA4FC93}" destId="{EF438D1E-71C4-46ED-A3DE-5A1F3C392B2C}" srcOrd="0" destOrd="0" presId="urn:microsoft.com/office/officeart/2009/3/layout/CircleRelationship"/>
    <dgm:cxn modelId="{4F40101E-A594-4933-AF09-42E2269BF22A}" srcId="{7471396E-5E0D-4F05-B030-204ED8A04EBF}" destId="{58F42542-F23C-4DB4-A948-D51050DCC518}" srcOrd="0" destOrd="0" parTransId="{DF88BC88-0362-4EE1-AA74-D1FC3E90A55A}" sibTransId="{51E03D46-8EF8-4E29-95DF-2C38A2A4E337}"/>
    <dgm:cxn modelId="{1B9DA36A-A6DD-4151-AFF0-CE5FB1FA3C84}" type="presOf" srcId="{58F42542-F23C-4DB4-A948-D51050DCC518}" destId="{08A16AD9-A3E9-4655-A9A4-B7B6016D64B9}" srcOrd="0" destOrd="0" presId="urn:microsoft.com/office/officeart/2009/3/layout/CircleRelationship"/>
    <dgm:cxn modelId="{AA71DE93-B120-4F6D-B70A-CBB82CDFB415}" srcId="{7471396E-5E0D-4F05-B030-204ED8A04EBF}" destId="{2240AA3B-FCA1-41D4-8E2F-AD2F66AB788D}" srcOrd="1" destOrd="0" parTransId="{9DA39743-962F-4A96-A263-286C42AAC07F}" sibTransId="{CF59EC4B-43E9-48B5-82A1-051EE30F547D}"/>
    <dgm:cxn modelId="{4C61EFAD-B7FD-4775-9C6E-D3AD3B3AAC17}" type="presOf" srcId="{2240AA3B-FCA1-41D4-8E2F-AD2F66AB788D}" destId="{92693448-0161-407E-AFB2-A23825120CE3}" srcOrd="0" destOrd="0" presId="urn:microsoft.com/office/officeart/2009/3/layout/CircleRelationship"/>
    <dgm:cxn modelId="{F64703B4-E11E-4DEA-B55E-EEA6B0B65862}" srcId="{0BA52107-39E8-4576-8780-3304CAA4FC93}" destId="{7471396E-5E0D-4F05-B030-204ED8A04EBF}" srcOrd="0" destOrd="0" parTransId="{BB596DA0-EBCC-4D63-9F2B-C5B2ECB5E63D}" sibTransId="{6CB3E3D3-A849-4318-92F0-B4C403AA6251}"/>
    <dgm:cxn modelId="{7DD19AC2-0E7D-42EF-91E1-75A348D0EB33}" type="presOf" srcId="{7471396E-5E0D-4F05-B030-204ED8A04EBF}" destId="{00AE08E6-73CC-4573-B71C-56304B469124}" srcOrd="0" destOrd="0" presId="urn:microsoft.com/office/officeart/2009/3/layout/CircleRelationship"/>
    <dgm:cxn modelId="{4DC7A7A3-A3F2-40CD-87D0-175B0EB40517}" type="presParOf" srcId="{EF438D1E-71C4-46ED-A3DE-5A1F3C392B2C}" destId="{00AE08E6-73CC-4573-B71C-56304B469124}" srcOrd="0" destOrd="0" presId="urn:microsoft.com/office/officeart/2009/3/layout/CircleRelationship"/>
    <dgm:cxn modelId="{F15366B9-AE4C-43E7-BC54-F0EE57617485}" type="presParOf" srcId="{EF438D1E-71C4-46ED-A3DE-5A1F3C392B2C}" destId="{A6DA4ED0-9BBD-4C7D-975C-D878026588D8}" srcOrd="1" destOrd="0" presId="urn:microsoft.com/office/officeart/2009/3/layout/CircleRelationship"/>
    <dgm:cxn modelId="{3DD7AA6C-FF11-4B25-B37E-B30CDE1827C0}" type="presParOf" srcId="{EF438D1E-71C4-46ED-A3DE-5A1F3C392B2C}" destId="{22572360-5085-4433-BC20-D6E7852D26FA}" srcOrd="2" destOrd="0" presId="urn:microsoft.com/office/officeart/2009/3/layout/CircleRelationship"/>
    <dgm:cxn modelId="{3BCEB349-7855-4DD6-AD00-B57EF29FAEE3}" type="presParOf" srcId="{EF438D1E-71C4-46ED-A3DE-5A1F3C392B2C}" destId="{CF1B8F50-AAB2-49C0-BF08-DBCEA2F4D078}" srcOrd="3" destOrd="0" presId="urn:microsoft.com/office/officeart/2009/3/layout/CircleRelationship"/>
    <dgm:cxn modelId="{1ED957F4-CC3A-4B09-9AD3-E8D117261F99}" type="presParOf" srcId="{EF438D1E-71C4-46ED-A3DE-5A1F3C392B2C}" destId="{4DAD8755-BF3D-4D3A-924D-235D7A43B3F6}" srcOrd="4" destOrd="0" presId="urn:microsoft.com/office/officeart/2009/3/layout/CircleRelationship"/>
    <dgm:cxn modelId="{DCDA37E7-D07C-469D-85A5-2678FF842984}" type="presParOf" srcId="{EF438D1E-71C4-46ED-A3DE-5A1F3C392B2C}" destId="{D9ACA4A6-F918-48DB-96F0-B49EC43467F6}" srcOrd="5" destOrd="0" presId="urn:microsoft.com/office/officeart/2009/3/layout/CircleRelationship"/>
    <dgm:cxn modelId="{EC616393-D17A-4573-B525-5AD49EA5A46F}" type="presParOf" srcId="{EF438D1E-71C4-46ED-A3DE-5A1F3C392B2C}" destId="{178DB9E5-D949-41EB-9FBB-EEA0A37D6900}" srcOrd="6" destOrd="0" presId="urn:microsoft.com/office/officeart/2009/3/layout/CircleRelationship"/>
    <dgm:cxn modelId="{09F442AF-09EB-45CE-A9ED-208D2F4A243F}" type="presParOf" srcId="{EF438D1E-71C4-46ED-A3DE-5A1F3C392B2C}" destId="{08A16AD9-A3E9-4655-A9A4-B7B6016D64B9}" srcOrd="7" destOrd="0" presId="urn:microsoft.com/office/officeart/2009/3/layout/CircleRelationship"/>
    <dgm:cxn modelId="{BD925076-E672-4450-BC17-683F001A8C20}" type="presParOf" srcId="{EF438D1E-71C4-46ED-A3DE-5A1F3C392B2C}" destId="{12238280-13A8-409D-9E82-C5E12551D70A}" srcOrd="8" destOrd="0" presId="urn:microsoft.com/office/officeart/2009/3/layout/CircleRelationship"/>
    <dgm:cxn modelId="{0A52E38D-8827-485B-A79C-27C8F92FA273}" type="presParOf" srcId="{12238280-13A8-409D-9E82-C5E12551D70A}" destId="{B86BAAD6-C908-4C45-B18E-5C588284EA45}" srcOrd="0" destOrd="0" presId="urn:microsoft.com/office/officeart/2009/3/layout/CircleRelationship"/>
    <dgm:cxn modelId="{2BEFE1DC-D5B8-41A5-A790-AA433588FCB0}" type="presParOf" srcId="{EF438D1E-71C4-46ED-A3DE-5A1F3C392B2C}" destId="{19D85D1C-5DD2-4656-8CD1-1027D71A6E13}" srcOrd="9" destOrd="0" presId="urn:microsoft.com/office/officeart/2009/3/layout/CircleRelationship"/>
    <dgm:cxn modelId="{69854565-9615-488D-B65E-BF11C8432335}" type="presParOf" srcId="{19D85D1C-5DD2-4656-8CD1-1027D71A6E13}" destId="{5C23FFDB-CC4F-4C3C-906E-D635B1C4C5F2}" srcOrd="0" destOrd="0" presId="urn:microsoft.com/office/officeart/2009/3/layout/CircleRelationship"/>
    <dgm:cxn modelId="{08DB7494-1DA3-45E2-AFAF-A57CC55DD9EA}" type="presParOf" srcId="{EF438D1E-71C4-46ED-A3DE-5A1F3C392B2C}" destId="{92693448-0161-407E-AFB2-A23825120CE3}" srcOrd="10" destOrd="0" presId="urn:microsoft.com/office/officeart/2009/3/layout/CircleRelationship"/>
    <dgm:cxn modelId="{2451ADE2-2986-45F6-8BC3-EA1A8EA4E96F}" type="presParOf" srcId="{EF438D1E-71C4-46ED-A3DE-5A1F3C392B2C}" destId="{ABB0C4F4-10A2-4EE4-BEF1-D3164A946CD3}" srcOrd="11" destOrd="0" presId="urn:microsoft.com/office/officeart/2009/3/layout/CircleRelationship"/>
    <dgm:cxn modelId="{A05AF471-F363-4E5A-9E44-876478FF2C38}" type="presParOf" srcId="{ABB0C4F4-10A2-4EE4-BEF1-D3164A946CD3}" destId="{73249667-6BFF-401F-B2CA-B850D1AB3F86}" srcOrd="0" destOrd="0" presId="urn:microsoft.com/office/officeart/2009/3/layout/CircleRelationship"/>
    <dgm:cxn modelId="{CCA5D722-6925-42FA-A96B-9617BF0441A1}" type="presParOf" srcId="{EF438D1E-71C4-46ED-A3DE-5A1F3C392B2C}" destId="{9D145BE7-A606-4A0E-8613-588427F825D6}" srcOrd="12" destOrd="0" presId="urn:microsoft.com/office/officeart/2009/3/layout/CircleRelationship"/>
    <dgm:cxn modelId="{876A7F1B-705B-4920-AB72-9C9F47F015E5}" type="presParOf" srcId="{9D145BE7-A606-4A0E-8613-588427F825D6}" destId="{20E48FD7-9899-47C9-A935-6979EC49423A}" srcOrd="0" destOrd="0" presId="urn:microsoft.com/office/officeart/2009/3/layout/CircleRelationship"/>
    <dgm:cxn modelId="{A5811745-4A40-41EA-9ADC-8DDDBD2B4DEB}" type="presParOf" srcId="{EF438D1E-71C4-46ED-A3DE-5A1F3C392B2C}" destId="{14BB48ED-CC4E-4E46-BD17-5CAB0EB47827}" srcOrd="13" destOrd="0" presId="urn:microsoft.com/office/officeart/2009/3/layout/CircleRelationship"/>
    <dgm:cxn modelId="{E7500EE3-D4BD-4A73-A24A-89D7004D6268}" type="presParOf" srcId="{14BB48ED-CC4E-4E46-BD17-5CAB0EB47827}" destId="{D1BCF55E-D5B9-4B39-8C73-D78A3D0593C2}" srcOrd="0" destOrd="0" presId="urn:microsoft.com/office/officeart/2009/3/layout/CircleRelationship"/>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008316A3-21A6-4F0E-A3E9-FE28C2D9C511}" type="doc">
      <dgm:prSet loTypeId="urn:microsoft.com/office/officeart/2005/8/layout/process1" loCatId="process" qsTypeId="urn:microsoft.com/office/officeart/2005/8/quickstyle/3d9#1" qsCatId="3D" csTypeId="urn:microsoft.com/office/officeart/2005/8/colors/accent6_2" csCatId="accent6" phldr="1"/>
      <dgm:spPr/>
      <dgm:t>
        <a:bodyPr/>
        <a:lstStyle/>
        <a:p>
          <a:endParaRPr lang="en-US"/>
        </a:p>
      </dgm:t>
    </dgm:pt>
    <dgm:pt modelId="{73A088B3-8584-4A55-B192-2C68ABDC89A1}">
      <dgm:prSet phldrT="[Text]" phldr="0"/>
      <dgm:spPr/>
      <dgm:t>
        <a:bodyPr/>
        <a:lstStyle/>
        <a:p>
          <a:r>
            <a:rPr lang="en-US" dirty="0"/>
            <a:t>Scrape</a:t>
          </a:r>
        </a:p>
      </dgm:t>
    </dgm:pt>
    <dgm:pt modelId="{2147BA24-A2B7-430A-85DE-99F9244FAFBE}" type="parTrans" cxnId="{344C9301-DF66-4D00-8B49-B91BC968C8DB}">
      <dgm:prSet/>
      <dgm:spPr/>
      <dgm:t>
        <a:bodyPr/>
        <a:lstStyle/>
        <a:p>
          <a:endParaRPr lang="en-US"/>
        </a:p>
      </dgm:t>
    </dgm:pt>
    <dgm:pt modelId="{F0DE13DC-36F5-4CE8-8767-611125A3D13A}" type="sibTrans" cxnId="{344C9301-DF66-4D00-8B49-B91BC968C8DB}">
      <dgm:prSet/>
      <dgm:spPr/>
      <dgm:t>
        <a:bodyPr/>
        <a:lstStyle/>
        <a:p>
          <a:endParaRPr lang="en-US"/>
        </a:p>
      </dgm:t>
    </dgm:pt>
    <dgm:pt modelId="{08795A9A-39FD-45CC-9B17-C8C8B66992D1}">
      <dgm:prSet phldrT="[Text]" phldr="0"/>
      <dgm:spPr/>
      <dgm:t>
        <a:bodyPr/>
        <a:lstStyle/>
        <a:p>
          <a:r>
            <a:rPr lang="en-US" dirty="0"/>
            <a:t>Chunk</a:t>
          </a:r>
        </a:p>
      </dgm:t>
    </dgm:pt>
    <dgm:pt modelId="{473DA7F4-6A22-4BBD-BA6D-EA39182903A5}" type="parTrans" cxnId="{8088E049-F88C-41D6-B821-FC8F2087EBBF}">
      <dgm:prSet/>
      <dgm:spPr/>
      <dgm:t>
        <a:bodyPr/>
        <a:lstStyle/>
        <a:p>
          <a:endParaRPr lang="en-US"/>
        </a:p>
      </dgm:t>
    </dgm:pt>
    <dgm:pt modelId="{C39286FF-377D-4A86-B5C9-24A6D23BF274}" type="sibTrans" cxnId="{8088E049-F88C-41D6-B821-FC8F2087EBBF}">
      <dgm:prSet/>
      <dgm:spPr/>
      <dgm:t>
        <a:bodyPr/>
        <a:lstStyle/>
        <a:p>
          <a:endParaRPr lang="en-US"/>
        </a:p>
      </dgm:t>
    </dgm:pt>
    <dgm:pt modelId="{3B1CD237-A272-43D3-B7A0-5DACB1F27807}">
      <dgm:prSet phldrT="[Text]" phldr="0"/>
      <dgm:spPr/>
      <dgm:t>
        <a:bodyPr/>
        <a:lstStyle/>
        <a:p>
          <a:r>
            <a:rPr lang="en-US" dirty="0"/>
            <a:t>Embed</a:t>
          </a:r>
        </a:p>
      </dgm:t>
    </dgm:pt>
    <dgm:pt modelId="{DC42375E-C300-4FE1-8E85-E5CFFFD553B9}" type="parTrans" cxnId="{6D502BA3-F0B9-4410-B393-822313A591AD}">
      <dgm:prSet/>
      <dgm:spPr/>
      <dgm:t>
        <a:bodyPr/>
        <a:lstStyle/>
        <a:p>
          <a:endParaRPr lang="en-US"/>
        </a:p>
      </dgm:t>
    </dgm:pt>
    <dgm:pt modelId="{324FA2B5-4FAF-48A8-8013-A83D4CF552C6}" type="sibTrans" cxnId="{6D502BA3-F0B9-4410-B393-822313A591AD}">
      <dgm:prSet/>
      <dgm:spPr/>
      <dgm:t>
        <a:bodyPr/>
        <a:lstStyle/>
        <a:p>
          <a:endParaRPr lang="en-US"/>
        </a:p>
      </dgm:t>
    </dgm:pt>
    <dgm:pt modelId="{6D06476E-098B-4FBF-B6E9-D426B067DEE2}" type="pres">
      <dgm:prSet presAssocID="{008316A3-21A6-4F0E-A3E9-FE28C2D9C511}" presName="Name0" presStyleCnt="0">
        <dgm:presLayoutVars>
          <dgm:dir/>
          <dgm:resizeHandles val="exact"/>
        </dgm:presLayoutVars>
      </dgm:prSet>
      <dgm:spPr/>
    </dgm:pt>
    <dgm:pt modelId="{005BAA7F-9E33-45EE-AF51-034888971E92}" type="pres">
      <dgm:prSet presAssocID="{73A088B3-8584-4A55-B192-2C68ABDC89A1}" presName="node" presStyleLbl="node1" presStyleIdx="0" presStyleCnt="3">
        <dgm:presLayoutVars>
          <dgm:bulletEnabled val="1"/>
        </dgm:presLayoutVars>
      </dgm:prSet>
      <dgm:spPr/>
    </dgm:pt>
    <dgm:pt modelId="{10BD7ABE-FAE1-47DF-B8CC-588111007C1E}" type="pres">
      <dgm:prSet presAssocID="{F0DE13DC-36F5-4CE8-8767-611125A3D13A}" presName="sibTrans" presStyleLbl="sibTrans2D1" presStyleIdx="0" presStyleCnt="2"/>
      <dgm:spPr/>
    </dgm:pt>
    <dgm:pt modelId="{8808323E-F009-491F-9ECD-0AFD09715AFB}" type="pres">
      <dgm:prSet presAssocID="{F0DE13DC-36F5-4CE8-8767-611125A3D13A}" presName="connectorText" presStyleLbl="sibTrans2D1" presStyleIdx="0" presStyleCnt="2"/>
      <dgm:spPr/>
    </dgm:pt>
    <dgm:pt modelId="{2E17B990-8613-49B6-AF72-1051257F909A}" type="pres">
      <dgm:prSet presAssocID="{08795A9A-39FD-45CC-9B17-C8C8B66992D1}" presName="node" presStyleLbl="node1" presStyleIdx="1" presStyleCnt="3">
        <dgm:presLayoutVars>
          <dgm:bulletEnabled val="1"/>
        </dgm:presLayoutVars>
      </dgm:prSet>
      <dgm:spPr/>
    </dgm:pt>
    <dgm:pt modelId="{F47CDD83-E97B-4026-BE72-C4A3A56792D6}" type="pres">
      <dgm:prSet presAssocID="{C39286FF-377D-4A86-B5C9-24A6D23BF274}" presName="sibTrans" presStyleLbl="sibTrans2D1" presStyleIdx="1" presStyleCnt="2"/>
      <dgm:spPr/>
    </dgm:pt>
    <dgm:pt modelId="{FD67F9CD-BAC8-449D-811E-0945BD824917}" type="pres">
      <dgm:prSet presAssocID="{C39286FF-377D-4A86-B5C9-24A6D23BF274}" presName="connectorText" presStyleLbl="sibTrans2D1" presStyleIdx="1" presStyleCnt="2"/>
      <dgm:spPr/>
    </dgm:pt>
    <dgm:pt modelId="{543024E2-7749-482A-8AFA-BAF31E7DD926}" type="pres">
      <dgm:prSet presAssocID="{3B1CD237-A272-43D3-B7A0-5DACB1F27807}" presName="node" presStyleLbl="node1" presStyleIdx="2" presStyleCnt="3">
        <dgm:presLayoutVars>
          <dgm:bulletEnabled val="1"/>
        </dgm:presLayoutVars>
      </dgm:prSet>
      <dgm:spPr/>
    </dgm:pt>
  </dgm:ptLst>
  <dgm:cxnLst>
    <dgm:cxn modelId="{344C9301-DF66-4D00-8B49-B91BC968C8DB}" srcId="{008316A3-21A6-4F0E-A3E9-FE28C2D9C511}" destId="{73A088B3-8584-4A55-B192-2C68ABDC89A1}" srcOrd="0" destOrd="0" parTransId="{2147BA24-A2B7-430A-85DE-99F9244FAFBE}" sibTransId="{F0DE13DC-36F5-4CE8-8767-611125A3D13A}"/>
    <dgm:cxn modelId="{C3532046-A5D3-4712-84EB-BA09C2FABC7C}" type="presOf" srcId="{C39286FF-377D-4A86-B5C9-24A6D23BF274}" destId="{F47CDD83-E97B-4026-BE72-C4A3A56792D6}" srcOrd="0" destOrd="0" presId="urn:microsoft.com/office/officeart/2005/8/layout/process1"/>
    <dgm:cxn modelId="{8088E049-F88C-41D6-B821-FC8F2087EBBF}" srcId="{008316A3-21A6-4F0E-A3E9-FE28C2D9C511}" destId="{08795A9A-39FD-45CC-9B17-C8C8B66992D1}" srcOrd="1" destOrd="0" parTransId="{473DA7F4-6A22-4BBD-BA6D-EA39182903A5}" sibTransId="{C39286FF-377D-4A86-B5C9-24A6D23BF274}"/>
    <dgm:cxn modelId="{25A6FB6D-D976-43BF-A71F-71B81FB33938}" type="presOf" srcId="{F0DE13DC-36F5-4CE8-8767-611125A3D13A}" destId="{10BD7ABE-FAE1-47DF-B8CC-588111007C1E}" srcOrd="0" destOrd="0" presId="urn:microsoft.com/office/officeart/2005/8/layout/process1"/>
    <dgm:cxn modelId="{010B665A-AA80-46A8-B6B3-B3A0AC4C7527}" type="presOf" srcId="{008316A3-21A6-4F0E-A3E9-FE28C2D9C511}" destId="{6D06476E-098B-4FBF-B6E9-D426B067DEE2}" srcOrd="0" destOrd="0" presId="urn:microsoft.com/office/officeart/2005/8/layout/process1"/>
    <dgm:cxn modelId="{22C6E58F-FCB3-4516-ABFC-61B0B8DA977A}" type="presOf" srcId="{73A088B3-8584-4A55-B192-2C68ABDC89A1}" destId="{005BAA7F-9E33-45EE-AF51-034888971E92}" srcOrd="0" destOrd="0" presId="urn:microsoft.com/office/officeart/2005/8/layout/process1"/>
    <dgm:cxn modelId="{13EC2F91-2018-4E6E-B3DB-18AB0C1E41A7}" type="presOf" srcId="{08795A9A-39FD-45CC-9B17-C8C8B66992D1}" destId="{2E17B990-8613-49B6-AF72-1051257F909A}" srcOrd="0" destOrd="0" presId="urn:microsoft.com/office/officeart/2005/8/layout/process1"/>
    <dgm:cxn modelId="{6D502BA3-F0B9-4410-B393-822313A591AD}" srcId="{008316A3-21A6-4F0E-A3E9-FE28C2D9C511}" destId="{3B1CD237-A272-43D3-B7A0-5DACB1F27807}" srcOrd="2" destOrd="0" parTransId="{DC42375E-C300-4FE1-8E85-E5CFFFD553B9}" sibTransId="{324FA2B5-4FAF-48A8-8013-A83D4CF552C6}"/>
    <dgm:cxn modelId="{195C8BA3-F37E-4298-94AC-B9945555471F}" type="presOf" srcId="{F0DE13DC-36F5-4CE8-8767-611125A3D13A}" destId="{8808323E-F009-491F-9ECD-0AFD09715AFB}" srcOrd="1" destOrd="0" presId="urn:microsoft.com/office/officeart/2005/8/layout/process1"/>
    <dgm:cxn modelId="{F3D870B4-6F4B-454C-993B-8250414F6746}" type="presOf" srcId="{C39286FF-377D-4A86-B5C9-24A6D23BF274}" destId="{FD67F9CD-BAC8-449D-811E-0945BD824917}" srcOrd="1" destOrd="0" presId="urn:microsoft.com/office/officeart/2005/8/layout/process1"/>
    <dgm:cxn modelId="{0870E7D6-1EC8-46EC-AEB4-E8CD57AF5880}" type="presOf" srcId="{3B1CD237-A272-43D3-B7A0-5DACB1F27807}" destId="{543024E2-7749-482A-8AFA-BAF31E7DD926}" srcOrd="0" destOrd="0" presId="urn:microsoft.com/office/officeart/2005/8/layout/process1"/>
    <dgm:cxn modelId="{63F4915A-B0F0-4A0A-9B07-D03D17B6CC5A}" type="presParOf" srcId="{6D06476E-098B-4FBF-B6E9-D426B067DEE2}" destId="{005BAA7F-9E33-45EE-AF51-034888971E92}" srcOrd="0" destOrd="0" presId="urn:microsoft.com/office/officeart/2005/8/layout/process1"/>
    <dgm:cxn modelId="{E14A775A-4978-4A47-99E8-79684A523F75}" type="presParOf" srcId="{6D06476E-098B-4FBF-B6E9-D426B067DEE2}" destId="{10BD7ABE-FAE1-47DF-B8CC-588111007C1E}" srcOrd="1" destOrd="0" presId="urn:microsoft.com/office/officeart/2005/8/layout/process1"/>
    <dgm:cxn modelId="{68BD994E-4D46-4A41-BD5A-33D7A1038AB1}" type="presParOf" srcId="{10BD7ABE-FAE1-47DF-B8CC-588111007C1E}" destId="{8808323E-F009-491F-9ECD-0AFD09715AFB}" srcOrd="0" destOrd="0" presId="urn:microsoft.com/office/officeart/2005/8/layout/process1"/>
    <dgm:cxn modelId="{35C4F8C6-B0CF-4D2E-B176-52FC3C7BCABF}" type="presParOf" srcId="{6D06476E-098B-4FBF-B6E9-D426B067DEE2}" destId="{2E17B990-8613-49B6-AF72-1051257F909A}" srcOrd="2" destOrd="0" presId="urn:microsoft.com/office/officeart/2005/8/layout/process1"/>
    <dgm:cxn modelId="{848F82BC-2A29-4F35-8F9A-C6021C48450C}" type="presParOf" srcId="{6D06476E-098B-4FBF-B6E9-D426B067DEE2}" destId="{F47CDD83-E97B-4026-BE72-C4A3A56792D6}" srcOrd="3" destOrd="0" presId="urn:microsoft.com/office/officeart/2005/8/layout/process1"/>
    <dgm:cxn modelId="{DAC28A61-2C23-40AD-8FDF-A9E94CAA557F}" type="presParOf" srcId="{F47CDD83-E97B-4026-BE72-C4A3A56792D6}" destId="{FD67F9CD-BAC8-449D-811E-0945BD824917}" srcOrd="0" destOrd="0" presId="urn:microsoft.com/office/officeart/2005/8/layout/process1"/>
    <dgm:cxn modelId="{B6E12031-1FE9-4E8B-9177-85A25D86F1E5}" type="presParOf" srcId="{6D06476E-098B-4FBF-B6E9-D426B067DEE2}" destId="{543024E2-7749-482A-8AFA-BAF31E7DD926}"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008316A3-21A6-4F0E-A3E9-FE28C2D9C511}" type="doc">
      <dgm:prSet loTypeId="urn:microsoft.com/office/officeart/2005/8/layout/process1" loCatId="process" qsTypeId="urn:microsoft.com/office/officeart/2005/8/quickstyle/3d9#2" qsCatId="3D" csTypeId="urn:microsoft.com/office/officeart/2005/8/colors/accent6_2" csCatId="accent6" phldr="1"/>
      <dgm:spPr/>
      <dgm:t>
        <a:bodyPr/>
        <a:lstStyle/>
        <a:p>
          <a:endParaRPr lang="en-US"/>
        </a:p>
      </dgm:t>
    </dgm:pt>
    <dgm:pt modelId="{73A088B3-8584-4A55-B192-2C68ABDC89A1}">
      <dgm:prSet phldrT="[Text]" phldr="0"/>
      <dgm:spPr/>
      <dgm:t>
        <a:bodyPr/>
        <a:lstStyle/>
        <a:p>
          <a:r>
            <a:rPr lang="en-US" dirty="0"/>
            <a:t>Prompt</a:t>
          </a:r>
        </a:p>
      </dgm:t>
    </dgm:pt>
    <dgm:pt modelId="{2147BA24-A2B7-430A-85DE-99F9244FAFBE}" type="parTrans" cxnId="{344C9301-DF66-4D00-8B49-B91BC968C8DB}">
      <dgm:prSet/>
      <dgm:spPr/>
      <dgm:t>
        <a:bodyPr/>
        <a:lstStyle/>
        <a:p>
          <a:endParaRPr lang="en-US"/>
        </a:p>
      </dgm:t>
    </dgm:pt>
    <dgm:pt modelId="{F0DE13DC-36F5-4CE8-8767-611125A3D13A}" type="sibTrans" cxnId="{344C9301-DF66-4D00-8B49-B91BC968C8DB}">
      <dgm:prSet/>
      <dgm:spPr/>
      <dgm:t>
        <a:bodyPr/>
        <a:lstStyle/>
        <a:p>
          <a:endParaRPr lang="en-US"/>
        </a:p>
      </dgm:t>
    </dgm:pt>
    <dgm:pt modelId="{08795A9A-39FD-45CC-9B17-C8C8B66992D1}">
      <dgm:prSet phldrT="[Text]" phldr="0"/>
      <dgm:spPr/>
      <dgm:t>
        <a:bodyPr/>
        <a:lstStyle/>
        <a:p>
          <a:r>
            <a:rPr lang="en-US" dirty="0"/>
            <a:t>Embed</a:t>
          </a:r>
        </a:p>
      </dgm:t>
    </dgm:pt>
    <dgm:pt modelId="{473DA7F4-6A22-4BBD-BA6D-EA39182903A5}" type="parTrans" cxnId="{8088E049-F88C-41D6-B821-FC8F2087EBBF}">
      <dgm:prSet/>
      <dgm:spPr/>
      <dgm:t>
        <a:bodyPr/>
        <a:lstStyle/>
        <a:p>
          <a:endParaRPr lang="en-US"/>
        </a:p>
      </dgm:t>
    </dgm:pt>
    <dgm:pt modelId="{C39286FF-377D-4A86-B5C9-24A6D23BF274}" type="sibTrans" cxnId="{8088E049-F88C-41D6-B821-FC8F2087EBBF}">
      <dgm:prSet/>
      <dgm:spPr/>
      <dgm:t>
        <a:bodyPr/>
        <a:lstStyle/>
        <a:p>
          <a:endParaRPr lang="en-US"/>
        </a:p>
      </dgm:t>
    </dgm:pt>
    <dgm:pt modelId="{3B1CD237-A272-43D3-B7A0-5DACB1F27807}">
      <dgm:prSet phldrT="[Text]" phldr="0"/>
      <dgm:spPr/>
      <dgm:t>
        <a:bodyPr/>
        <a:lstStyle/>
        <a:p>
          <a:r>
            <a:rPr lang="en-US" dirty="0"/>
            <a:t>Search</a:t>
          </a:r>
        </a:p>
      </dgm:t>
    </dgm:pt>
    <dgm:pt modelId="{DC42375E-C300-4FE1-8E85-E5CFFFD553B9}" type="parTrans" cxnId="{6D502BA3-F0B9-4410-B393-822313A591AD}">
      <dgm:prSet/>
      <dgm:spPr/>
      <dgm:t>
        <a:bodyPr/>
        <a:lstStyle/>
        <a:p>
          <a:endParaRPr lang="en-US"/>
        </a:p>
      </dgm:t>
    </dgm:pt>
    <dgm:pt modelId="{324FA2B5-4FAF-48A8-8013-A83D4CF552C6}" type="sibTrans" cxnId="{6D502BA3-F0B9-4410-B393-822313A591AD}">
      <dgm:prSet/>
      <dgm:spPr/>
      <dgm:t>
        <a:bodyPr/>
        <a:lstStyle/>
        <a:p>
          <a:endParaRPr lang="en-US"/>
        </a:p>
      </dgm:t>
    </dgm:pt>
    <dgm:pt modelId="{6D06476E-098B-4FBF-B6E9-D426B067DEE2}" type="pres">
      <dgm:prSet presAssocID="{008316A3-21A6-4F0E-A3E9-FE28C2D9C511}" presName="Name0" presStyleCnt="0">
        <dgm:presLayoutVars>
          <dgm:dir/>
          <dgm:resizeHandles val="exact"/>
        </dgm:presLayoutVars>
      </dgm:prSet>
      <dgm:spPr/>
    </dgm:pt>
    <dgm:pt modelId="{005BAA7F-9E33-45EE-AF51-034888971E92}" type="pres">
      <dgm:prSet presAssocID="{73A088B3-8584-4A55-B192-2C68ABDC89A1}" presName="node" presStyleLbl="node1" presStyleIdx="0" presStyleCnt="3">
        <dgm:presLayoutVars>
          <dgm:bulletEnabled val="1"/>
        </dgm:presLayoutVars>
      </dgm:prSet>
      <dgm:spPr/>
    </dgm:pt>
    <dgm:pt modelId="{10BD7ABE-FAE1-47DF-B8CC-588111007C1E}" type="pres">
      <dgm:prSet presAssocID="{F0DE13DC-36F5-4CE8-8767-611125A3D13A}" presName="sibTrans" presStyleLbl="sibTrans2D1" presStyleIdx="0" presStyleCnt="2"/>
      <dgm:spPr/>
    </dgm:pt>
    <dgm:pt modelId="{8808323E-F009-491F-9ECD-0AFD09715AFB}" type="pres">
      <dgm:prSet presAssocID="{F0DE13DC-36F5-4CE8-8767-611125A3D13A}" presName="connectorText" presStyleLbl="sibTrans2D1" presStyleIdx="0" presStyleCnt="2"/>
      <dgm:spPr/>
    </dgm:pt>
    <dgm:pt modelId="{2E17B990-8613-49B6-AF72-1051257F909A}" type="pres">
      <dgm:prSet presAssocID="{08795A9A-39FD-45CC-9B17-C8C8B66992D1}" presName="node" presStyleLbl="node1" presStyleIdx="1" presStyleCnt="3">
        <dgm:presLayoutVars>
          <dgm:bulletEnabled val="1"/>
        </dgm:presLayoutVars>
      </dgm:prSet>
      <dgm:spPr/>
    </dgm:pt>
    <dgm:pt modelId="{F47CDD83-E97B-4026-BE72-C4A3A56792D6}" type="pres">
      <dgm:prSet presAssocID="{C39286FF-377D-4A86-B5C9-24A6D23BF274}" presName="sibTrans" presStyleLbl="sibTrans2D1" presStyleIdx="1" presStyleCnt="2"/>
      <dgm:spPr/>
    </dgm:pt>
    <dgm:pt modelId="{FD67F9CD-BAC8-449D-811E-0945BD824917}" type="pres">
      <dgm:prSet presAssocID="{C39286FF-377D-4A86-B5C9-24A6D23BF274}" presName="connectorText" presStyleLbl="sibTrans2D1" presStyleIdx="1" presStyleCnt="2"/>
      <dgm:spPr/>
    </dgm:pt>
    <dgm:pt modelId="{543024E2-7749-482A-8AFA-BAF31E7DD926}" type="pres">
      <dgm:prSet presAssocID="{3B1CD237-A272-43D3-B7A0-5DACB1F27807}" presName="node" presStyleLbl="node1" presStyleIdx="2" presStyleCnt="3" custLinFactNeighborX="1896">
        <dgm:presLayoutVars>
          <dgm:bulletEnabled val="1"/>
        </dgm:presLayoutVars>
      </dgm:prSet>
      <dgm:spPr/>
    </dgm:pt>
  </dgm:ptLst>
  <dgm:cxnLst>
    <dgm:cxn modelId="{344C9301-DF66-4D00-8B49-B91BC968C8DB}" srcId="{008316A3-21A6-4F0E-A3E9-FE28C2D9C511}" destId="{73A088B3-8584-4A55-B192-2C68ABDC89A1}" srcOrd="0" destOrd="0" parTransId="{2147BA24-A2B7-430A-85DE-99F9244FAFBE}" sibTransId="{F0DE13DC-36F5-4CE8-8767-611125A3D13A}"/>
    <dgm:cxn modelId="{C3532046-A5D3-4712-84EB-BA09C2FABC7C}" type="presOf" srcId="{C39286FF-377D-4A86-B5C9-24A6D23BF274}" destId="{F47CDD83-E97B-4026-BE72-C4A3A56792D6}" srcOrd="0" destOrd="0" presId="urn:microsoft.com/office/officeart/2005/8/layout/process1"/>
    <dgm:cxn modelId="{8088E049-F88C-41D6-B821-FC8F2087EBBF}" srcId="{008316A3-21A6-4F0E-A3E9-FE28C2D9C511}" destId="{08795A9A-39FD-45CC-9B17-C8C8B66992D1}" srcOrd="1" destOrd="0" parTransId="{473DA7F4-6A22-4BBD-BA6D-EA39182903A5}" sibTransId="{C39286FF-377D-4A86-B5C9-24A6D23BF274}"/>
    <dgm:cxn modelId="{25A6FB6D-D976-43BF-A71F-71B81FB33938}" type="presOf" srcId="{F0DE13DC-36F5-4CE8-8767-611125A3D13A}" destId="{10BD7ABE-FAE1-47DF-B8CC-588111007C1E}" srcOrd="0" destOrd="0" presId="urn:microsoft.com/office/officeart/2005/8/layout/process1"/>
    <dgm:cxn modelId="{010B665A-AA80-46A8-B6B3-B3A0AC4C7527}" type="presOf" srcId="{008316A3-21A6-4F0E-A3E9-FE28C2D9C511}" destId="{6D06476E-098B-4FBF-B6E9-D426B067DEE2}" srcOrd="0" destOrd="0" presId="urn:microsoft.com/office/officeart/2005/8/layout/process1"/>
    <dgm:cxn modelId="{22C6E58F-FCB3-4516-ABFC-61B0B8DA977A}" type="presOf" srcId="{73A088B3-8584-4A55-B192-2C68ABDC89A1}" destId="{005BAA7F-9E33-45EE-AF51-034888971E92}" srcOrd="0" destOrd="0" presId="urn:microsoft.com/office/officeart/2005/8/layout/process1"/>
    <dgm:cxn modelId="{13EC2F91-2018-4E6E-B3DB-18AB0C1E41A7}" type="presOf" srcId="{08795A9A-39FD-45CC-9B17-C8C8B66992D1}" destId="{2E17B990-8613-49B6-AF72-1051257F909A}" srcOrd="0" destOrd="0" presId="urn:microsoft.com/office/officeart/2005/8/layout/process1"/>
    <dgm:cxn modelId="{6D502BA3-F0B9-4410-B393-822313A591AD}" srcId="{008316A3-21A6-4F0E-A3E9-FE28C2D9C511}" destId="{3B1CD237-A272-43D3-B7A0-5DACB1F27807}" srcOrd="2" destOrd="0" parTransId="{DC42375E-C300-4FE1-8E85-E5CFFFD553B9}" sibTransId="{324FA2B5-4FAF-48A8-8013-A83D4CF552C6}"/>
    <dgm:cxn modelId="{195C8BA3-F37E-4298-94AC-B9945555471F}" type="presOf" srcId="{F0DE13DC-36F5-4CE8-8767-611125A3D13A}" destId="{8808323E-F009-491F-9ECD-0AFD09715AFB}" srcOrd="1" destOrd="0" presId="urn:microsoft.com/office/officeart/2005/8/layout/process1"/>
    <dgm:cxn modelId="{F3D870B4-6F4B-454C-993B-8250414F6746}" type="presOf" srcId="{C39286FF-377D-4A86-B5C9-24A6D23BF274}" destId="{FD67F9CD-BAC8-449D-811E-0945BD824917}" srcOrd="1" destOrd="0" presId="urn:microsoft.com/office/officeart/2005/8/layout/process1"/>
    <dgm:cxn modelId="{0870E7D6-1EC8-46EC-AEB4-E8CD57AF5880}" type="presOf" srcId="{3B1CD237-A272-43D3-B7A0-5DACB1F27807}" destId="{543024E2-7749-482A-8AFA-BAF31E7DD926}" srcOrd="0" destOrd="0" presId="urn:microsoft.com/office/officeart/2005/8/layout/process1"/>
    <dgm:cxn modelId="{63F4915A-B0F0-4A0A-9B07-D03D17B6CC5A}" type="presParOf" srcId="{6D06476E-098B-4FBF-B6E9-D426B067DEE2}" destId="{005BAA7F-9E33-45EE-AF51-034888971E92}" srcOrd="0" destOrd="0" presId="urn:microsoft.com/office/officeart/2005/8/layout/process1"/>
    <dgm:cxn modelId="{E14A775A-4978-4A47-99E8-79684A523F75}" type="presParOf" srcId="{6D06476E-098B-4FBF-B6E9-D426B067DEE2}" destId="{10BD7ABE-FAE1-47DF-B8CC-588111007C1E}" srcOrd="1" destOrd="0" presId="urn:microsoft.com/office/officeart/2005/8/layout/process1"/>
    <dgm:cxn modelId="{68BD994E-4D46-4A41-BD5A-33D7A1038AB1}" type="presParOf" srcId="{10BD7ABE-FAE1-47DF-B8CC-588111007C1E}" destId="{8808323E-F009-491F-9ECD-0AFD09715AFB}" srcOrd="0" destOrd="0" presId="urn:microsoft.com/office/officeart/2005/8/layout/process1"/>
    <dgm:cxn modelId="{35C4F8C6-B0CF-4D2E-B176-52FC3C7BCABF}" type="presParOf" srcId="{6D06476E-098B-4FBF-B6E9-D426B067DEE2}" destId="{2E17B990-8613-49B6-AF72-1051257F909A}" srcOrd="2" destOrd="0" presId="urn:microsoft.com/office/officeart/2005/8/layout/process1"/>
    <dgm:cxn modelId="{848F82BC-2A29-4F35-8F9A-C6021C48450C}" type="presParOf" srcId="{6D06476E-098B-4FBF-B6E9-D426B067DEE2}" destId="{F47CDD83-E97B-4026-BE72-C4A3A56792D6}" srcOrd="3" destOrd="0" presId="urn:microsoft.com/office/officeart/2005/8/layout/process1"/>
    <dgm:cxn modelId="{DAC28A61-2C23-40AD-8FDF-A9E94CAA557F}" type="presParOf" srcId="{F47CDD83-E97B-4026-BE72-C4A3A56792D6}" destId="{FD67F9CD-BAC8-449D-811E-0945BD824917}" srcOrd="0" destOrd="0" presId="urn:microsoft.com/office/officeart/2005/8/layout/process1"/>
    <dgm:cxn modelId="{B6E12031-1FE9-4E8B-9177-85A25D86F1E5}" type="presParOf" srcId="{6D06476E-098B-4FBF-B6E9-D426B067DEE2}" destId="{543024E2-7749-482A-8AFA-BAF31E7DD926}" srcOrd="4"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008316A3-21A6-4F0E-A3E9-FE28C2D9C511}" type="doc">
      <dgm:prSet loTypeId="urn:microsoft.com/office/officeart/2005/8/layout/process1" loCatId="process" qsTypeId="urn:microsoft.com/office/officeart/2005/8/quickstyle/3d9#3" qsCatId="3D" csTypeId="urn:microsoft.com/office/officeart/2005/8/colors/accent6_2" csCatId="accent6" phldr="1"/>
      <dgm:spPr/>
      <dgm:t>
        <a:bodyPr/>
        <a:lstStyle/>
        <a:p>
          <a:endParaRPr lang="en-US"/>
        </a:p>
      </dgm:t>
    </dgm:pt>
    <dgm:pt modelId="{08795A9A-39FD-45CC-9B17-C8C8B66992D1}">
      <dgm:prSet phldrT="[Text]" phldr="0"/>
      <dgm:spPr/>
      <dgm:t>
        <a:bodyPr/>
        <a:lstStyle/>
        <a:p>
          <a:r>
            <a:rPr lang="en-US" dirty="0"/>
            <a:t>Infer</a:t>
          </a:r>
        </a:p>
      </dgm:t>
    </dgm:pt>
    <dgm:pt modelId="{473DA7F4-6A22-4BBD-BA6D-EA39182903A5}" type="parTrans" cxnId="{8088E049-F88C-41D6-B821-FC8F2087EBBF}">
      <dgm:prSet/>
      <dgm:spPr/>
      <dgm:t>
        <a:bodyPr/>
        <a:lstStyle/>
        <a:p>
          <a:endParaRPr lang="en-US"/>
        </a:p>
      </dgm:t>
    </dgm:pt>
    <dgm:pt modelId="{C39286FF-377D-4A86-B5C9-24A6D23BF274}" type="sibTrans" cxnId="{8088E049-F88C-41D6-B821-FC8F2087EBBF}">
      <dgm:prSet/>
      <dgm:spPr/>
      <dgm:t>
        <a:bodyPr/>
        <a:lstStyle/>
        <a:p>
          <a:endParaRPr lang="en-US"/>
        </a:p>
      </dgm:t>
    </dgm:pt>
    <dgm:pt modelId="{3B1CD237-A272-43D3-B7A0-5DACB1F27807}">
      <dgm:prSet phldrT="[Text]" phldr="0"/>
      <dgm:spPr>
        <a:solidFill>
          <a:srgbClr val="92D050"/>
        </a:solidFill>
      </dgm:spPr>
      <dgm:t>
        <a:bodyPr/>
        <a:lstStyle/>
        <a:p>
          <a:r>
            <a:rPr lang="en-US" dirty="0"/>
            <a:t>Token</a:t>
          </a:r>
        </a:p>
      </dgm:t>
    </dgm:pt>
    <dgm:pt modelId="{DC42375E-C300-4FE1-8E85-E5CFFFD553B9}" type="parTrans" cxnId="{6D502BA3-F0B9-4410-B393-822313A591AD}">
      <dgm:prSet/>
      <dgm:spPr/>
      <dgm:t>
        <a:bodyPr/>
        <a:lstStyle/>
        <a:p>
          <a:endParaRPr lang="en-US"/>
        </a:p>
      </dgm:t>
    </dgm:pt>
    <dgm:pt modelId="{324FA2B5-4FAF-48A8-8013-A83D4CF552C6}" type="sibTrans" cxnId="{6D502BA3-F0B9-4410-B393-822313A591AD}">
      <dgm:prSet/>
      <dgm:spPr/>
      <dgm:t>
        <a:bodyPr/>
        <a:lstStyle/>
        <a:p>
          <a:endParaRPr lang="en-US"/>
        </a:p>
      </dgm:t>
    </dgm:pt>
    <dgm:pt modelId="{73A088B3-8584-4A55-B192-2C68ABDC89A1}">
      <dgm:prSet phldrT="[Text]" phldr="0"/>
      <dgm:spPr/>
      <dgm:t>
        <a:bodyPr/>
        <a:lstStyle/>
        <a:p>
          <a:r>
            <a:rPr lang="en-US" dirty="0"/>
            <a:t>Seed</a:t>
          </a:r>
        </a:p>
      </dgm:t>
    </dgm:pt>
    <dgm:pt modelId="{F0DE13DC-36F5-4CE8-8767-611125A3D13A}" type="sibTrans" cxnId="{344C9301-DF66-4D00-8B49-B91BC968C8DB}">
      <dgm:prSet/>
      <dgm:spPr/>
      <dgm:t>
        <a:bodyPr/>
        <a:lstStyle/>
        <a:p>
          <a:endParaRPr lang="en-US"/>
        </a:p>
      </dgm:t>
    </dgm:pt>
    <dgm:pt modelId="{2147BA24-A2B7-430A-85DE-99F9244FAFBE}" type="parTrans" cxnId="{344C9301-DF66-4D00-8B49-B91BC968C8DB}">
      <dgm:prSet/>
      <dgm:spPr/>
      <dgm:t>
        <a:bodyPr/>
        <a:lstStyle/>
        <a:p>
          <a:endParaRPr lang="en-US"/>
        </a:p>
      </dgm:t>
    </dgm:pt>
    <dgm:pt modelId="{6D06476E-098B-4FBF-B6E9-D426B067DEE2}" type="pres">
      <dgm:prSet presAssocID="{008316A3-21A6-4F0E-A3E9-FE28C2D9C511}" presName="Name0" presStyleCnt="0">
        <dgm:presLayoutVars>
          <dgm:dir/>
          <dgm:resizeHandles val="exact"/>
        </dgm:presLayoutVars>
      </dgm:prSet>
      <dgm:spPr/>
    </dgm:pt>
    <dgm:pt modelId="{005BAA7F-9E33-45EE-AF51-034888971E92}" type="pres">
      <dgm:prSet presAssocID="{73A088B3-8584-4A55-B192-2C68ABDC89A1}" presName="node" presStyleLbl="node1" presStyleIdx="0" presStyleCnt="3">
        <dgm:presLayoutVars>
          <dgm:bulletEnabled val="1"/>
        </dgm:presLayoutVars>
      </dgm:prSet>
      <dgm:spPr/>
    </dgm:pt>
    <dgm:pt modelId="{10BD7ABE-FAE1-47DF-B8CC-588111007C1E}" type="pres">
      <dgm:prSet presAssocID="{F0DE13DC-36F5-4CE8-8767-611125A3D13A}" presName="sibTrans" presStyleLbl="sibTrans2D1" presStyleIdx="0" presStyleCnt="2"/>
      <dgm:spPr/>
    </dgm:pt>
    <dgm:pt modelId="{8808323E-F009-491F-9ECD-0AFD09715AFB}" type="pres">
      <dgm:prSet presAssocID="{F0DE13DC-36F5-4CE8-8767-611125A3D13A}" presName="connectorText" presStyleLbl="sibTrans2D1" presStyleIdx="0" presStyleCnt="2"/>
      <dgm:spPr/>
    </dgm:pt>
    <dgm:pt modelId="{2E17B990-8613-49B6-AF72-1051257F909A}" type="pres">
      <dgm:prSet presAssocID="{08795A9A-39FD-45CC-9B17-C8C8B66992D1}" presName="node" presStyleLbl="node1" presStyleIdx="1" presStyleCnt="3">
        <dgm:presLayoutVars>
          <dgm:bulletEnabled val="1"/>
        </dgm:presLayoutVars>
      </dgm:prSet>
      <dgm:spPr/>
    </dgm:pt>
    <dgm:pt modelId="{F47CDD83-E97B-4026-BE72-C4A3A56792D6}" type="pres">
      <dgm:prSet presAssocID="{C39286FF-377D-4A86-B5C9-24A6D23BF274}" presName="sibTrans" presStyleLbl="sibTrans2D1" presStyleIdx="1" presStyleCnt="2"/>
      <dgm:spPr/>
    </dgm:pt>
    <dgm:pt modelId="{FD67F9CD-BAC8-449D-811E-0945BD824917}" type="pres">
      <dgm:prSet presAssocID="{C39286FF-377D-4A86-B5C9-24A6D23BF274}" presName="connectorText" presStyleLbl="sibTrans2D1" presStyleIdx="1" presStyleCnt="2"/>
      <dgm:spPr/>
    </dgm:pt>
    <dgm:pt modelId="{543024E2-7749-482A-8AFA-BAF31E7DD926}" type="pres">
      <dgm:prSet presAssocID="{3B1CD237-A272-43D3-B7A0-5DACB1F27807}" presName="node" presStyleLbl="node1" presStyleIdx="2" presStyleCnt="3">
        <dgm:presLayoutVars>
          <dgm:bulletEnabled val="1"/>
        </dgm:presLayoutVars>
      </dgm:prSet>
      <dgm:spPr/>
    </dgm:pt>
  </dgm:ptLst>
  <dgm:cxnLst>
    <dgm:cxn modelId="{344C9301-DF66-4D00-8B49-B91BC968C8DB}" srcId="{008316A3-21A6-4F0E-A3E9-FE28C2D9C511}" destId="{73A088B3-8584-4A55-B192-2C68ABDC89A1}" srcOrd="0" destOrd="0" parTransId="{2147BA24-A2B7-430A-85DE-99F9244FAFBE}" sibTransId="{F0DE13DC-36F5-4CE8-8767-611125A3D13A}"/>
    <dgm:cxn modelId="{C3532046-A5D3-4712-84EB-BA09C2FABC7C}" type="presOf" srcId="{C39286FF-377D-4A86-B5C9-24A6D23BF274}" destId="{F47CDD83-E97B-4026-BE72-C4A3A56792D6}" srcOrd="0" destOrd="0" presId="urn:microsoft.com/office/officeart/2005/8/layout/process1"/>
    <dgm:cxn modelId="{8088E049-F88C-41D6-B821-FC8F2087EBBF}" srcId="{008316A3-21A6-4F0E-A3E9-FE28C2D9C511}" destId="{08795A9A-39FD-45CC-9B17-C8C8B66992D1}" srcOrd="1" destOrd="0" parTransId="{473DA7F4-6A22-4BBD-BA6D-EA39182903A5}" sibTransId="{C39286FF-377D-4A86-B5C9-24A6D23BF274}"/>
    <dgm:cxn modelId="{25A6FB6D-D976-43BF-A71F-71B81FB33938}" type="presOf" srcId="{F0DE13DC-36F5-4CE8-8767-611125A3D13A}" destId="{10BD7ABE-FAE1-47DF-B8CC-588111007C1E}" srcOrd="0" destOrd="0" presId="urn:microsoft.com/office/officeart/2005/8/layout/process1"/>
    <dgm:cxn modelId="{010B665A-AA80-46A8-B6B3-B3A0AC4C7527}" type="presOf" srcId="{008316A3-21A6-4F0E-A3E9-FE28C2D9C511}" destId="{6D06476E-098B-4FBF-B6E9-D426B067DEE2}" srcOrd="0" destOrd="0" presId="urn:microsoft.com/office/officeart/2005/8/layout/process1"/>
    <dgm:cxn modelId="{22C6E58F-FCB3-4516-ABFC-61B0B8DA977A}" type="presOf" srcId="{73A088B3-8584-4A55-B192-2C68ABDC89A1}" destId="{005BAA7F-9E33-45EE-AF51-034888971E92}" srcOrd="0" destOrd="0" presId="urn:microsoft.com/office/officeart/2005/8/layout/process1"/>
    <dgm:cxn modelId="{13EC2F91-2018-4E6E-B3DB-18AB0C1E41A7}" type="presOf" srcId="{08795A9A-39FD-45CC-9B17-C8C8B66992D1}" destId="{2E17B990-8613-49B6-AF72-1051257F909A}" srcOrd="0" destOrd="0" presId="urn:microsoft.com/office/officeart/2005/8/layout/process1"/>
    <dgm:cxn modelId="{6D502BA3-F0B9-4410-B393-822313A591AD}" srcId="{008316A3-21A6-4F0E-A3E9-FE28C2D9C511}" destId="{3B1CD237-A272-43D3-B7A0-5DACB1F27807}" srcOrd="2" destOrd="0" parTransId="{DC42375E-C300-4FE1-8E85-E5CFFFD553B9}" sibTransId="{324FA2B5-4FAF-48A8-8013-A83D4CF552C6}"/>
    <dgm:cxn modelId="{195C8BA3-F37E-4298-94AC-B9945555471F}" type="presOf" srcId="{F0DE13DC-36F5-4CE8-8767-611125A3D13A}" destId="{8808323E-F009-491F-9ECD-0AFD09715AFB}" srcOrd="1" destOrd="0" presId="urn:microsoft.com/office/officeart/2005/8/layout/process1"/>
    <dgm:cxn modelId="{F3D870B4-6F4B-454C-993B-8250414F6746}" type="presOf" srcId="{C39286FF-377D-4A86-B5C9-24A6D23BF274}" destId="{FD67F9CD-BAC8-449D-811E-0945BD824917}" srcOrd="1" destOrd="0" presId="urn:microsoft.com/office/officeart/2005/8/layout/process1"/>
    <dgm:cxn modelId="{0870E7D6-1EC8-46EC-AEB4-E8CD57AF5880}" type="presOf" srcId="{3B1CD237-A272-43D3-B7A0-5DACB1F27807}" destId="{543024E2-7749-482A-8AFA-BAF31E7DD926}" srcOrd="0" destOrd="0" presId="urn:microsoft.com/office/officeart/2005/8/layout/process1"/>
    <dgm:cxn modelId="{63F4915A-B0F0-4A0A-9B07-D03D17B6CC5A}" type="presParOf" srcId="{6D06476E-098B-4FBF-B6E9-D426B067DEE2}" destId="{005BAA7F-9E33-45EE-AF51-034888971E92}" srcOrd="0" destOrd="0" presId="urn:microsoft.com/office/officeart/2005/8/layout/process1"/>
    <dgm:cxn modelId="{E14A775A-4978-4A47-99E8-79684A523F75}" type="presParOf" srcId="{6D06476E-098B-4FBF-B6E9-D426B067DEE2}" destId="{10BD7ABE-FAE1-47DF-B8CC-588111007C1E}" srcOrd="1" destOrd="0" presId="urn:microsoft.com/office/officeart/2005/8/layout/process1"/>
    <dgm:cxn modelId="{68BD994E-4D46-4A41-BD5A-33D7A1038AB1}" type="presParOf" srcId="{10BD7ABE-FAE1-47DF-B8CC-588111007C1E}" destId="{8808323E-F009-491F-9ECD-0AFD09715AFB}" srcOrd="0" destOrd="0" presId="urn:microsoft.com/office/officeart/2005/8/layout/process1"/>
    <dgm:cxn modelId="{35C4F8C6-B0CF-4D2E-B176-52FC3C7BCABF}" type="presParOf" srcId="{6D06476E-098B-4FBF-B6E9-D426B067DEE2}" destId="{2E17B990-8613-49B6-AF72-1051257F909A}" srcOrd="2" destOrd="0" presId="urn:microsoft.com/office/officeart/2005/8/layout/process1"/>
    <dgm:cxn modelId="{848F82BC-2A29-4F35-8F9A-C6021C48450C}" type="presParOf" srcId="{6D06476E-098B-4FBF-B6E9-D426B067DEE2}" destId="{F47CDD83-E97B-4026-BE72-C4A3A56792D6}" srcOrd="3" destOrd="0" presId="urn:microsoft.com/office/officeart/2005/8/layout/process1"/>
    <dgm:cxn modelId="{DAC28A61-2C23-40AD-8FDF-A9E94CAA557F}" type="presParOf" srcId="{F47CDD83-E97B-4026-BE72-C4A3A56792D6}" destId="{FD67F9CD-BAC8-449D-811E-0945BD824917}" srcOrd="0" destOrd="0" presId="urn:microsoft.com/office/officeart/2005/8/layout/process1"/>
    <dgm:cxn modelId="{B6E12031-1FE9-4E8B-9177-85A25D86F1E5}" type="presParOf" srcId="{6D06476E-098B-4FBF-B6E9-D426B067DEE2}" destId="{543024E2-7749-482A-8AFA-BAF31E7DD926}" srcOrd="4" destOrd="0" presId="urn:microsoft.com/office/officeart/2005/8/layout/process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0BA52107-39E8-4576-8780-3304CAA4FC93}" type="doc">
      <dgm:prSet loTypeId="urn:microsoft.com/office/officeart/2009/3/layout/CircleRelationship" loCatId="relationship" qsTypeId="urn:microsoft.com/office/officeart/2005/8/quickstyle/simple1#1" qsCatId="simple" csTypeId="urn:microsoft.com/office/officeart/2005/8/colors/accent1_2#1" csCatId="accent1" phldr="1"/>
      <dgm:spPr/>
      <dgm:t>
        <a:bodyPr/>
        <a:lstStyle/>
        <a:p>
          <a:endParaRPr lang="en-US"/>
        </a:p>
      </dgm:t>
    </dgm:pt>
    <dgm:pt modelId="{7471396E-5E0D-4F05-B030-204ED8A04EBF}">
      <dgm:prSet phldrT="[Text]" phldr="0"/>
      <dgm:spPr/>
      <dgm:t>
        <a:bodyPr/>
        <a:lstStyle/>
        <a:p>
          <a:r>
            <a:rPr lang="en-US" dirty="0"/>
            <a:t>Vector</a:t>
          </a:r>
        </a:p>
        <a:p>
          <a:r>
            <a:rPr lang="en-US" dirty="0"/>
            <a:t>DB</a:t>
          </a:r>
        </a:p>
      </dgm:t>
    </dgm:pt>
    <dgm:pt modelId="{BB596DA0-EBCC-4D63-9F2B-C5B2ECB5E63D}" type="parTrans" cxnId="{F64703B4-E11E-4DEA-B55E-EEA6B0B65862}">
      <dgm:prSet/>
      <dgm:spPr/>
      <dgm:t>
        <a:bodyPr/>
        <a:lstStyle/>
        <a:p>
          <a:endParaRPr lang="en-US"/>
        </a:p>
      </dgm:t>
    </dgm:pt>
    <dgm:pt modelId="{6CB3E3D3-A849-4318-92F0-B4C403AA6251}" type="sibTrans" cxnId="{F64703B4-E11E-4DEA-B55E-EEA6B0B65862}">
      <dgm:prSet/>
      <dgm:spPr/>
      <dgm:t>
        <a:bodyPr/>
        <a:lstStyle/>
        <a:p>
          <a:endParaRPr lang="en-US"/>
        </a:p>
      </dgm:t>
    </dgm:pt>
    <dgm:pt modelId="{58F42542-F23C-4DB4-A948-D51050DCC518}">
      <dgm:prSet phldrT="[Text]" phldr="1"/>
      <dgm:spPr/>
      <dgm:t>
        <a:bodyPr/>
        <a:lstStyle/>
        <a:p>
          <a:endParaRPr lang="en-US" dirty="0"/>
        </a:p>
      </dgm:t>
    </dgm:pt>
    <dgm:pt modelId="{DF88BC88-0362-4EE1-AA74-D1FC3E90A55A}" type="parTrans" cxnId="{4F40101E-A594-4933-AF09-42E2269BF22A}">
      <dgm:prSet/>
      <dgm:spPr/>
      <dgm:t>
        <a:bodyPr/>
        <a:lstStyle/>
        <a:p>
          <a:endParaRPr lang="en-US"/>
        </a:p>
      </dgm:t>
    </dgm:pt>
    <dgm:pt modelId="{51E03D46-8EF8-4E29-95DF-2C38A2A4E337}" type="sibTrans" cxnId="{4F40101E-A594-4933-AF09-42E2269BF22A}">
      <dgm:prSet/>
      <dgm:spPr/>
      <dgm:t>
        <a:bodyPr/>
        <a:lstStyle/>
        <a:p>
          <a:endParaRPr lang="en-US"/>
        </a:p>
      </dgm:t>
    </dgm:pt>
    <dgm:pt modelId="{2240AA3B-FCA1-41D4-8E2F-AD2F66AB788D}">
      <dgm:prSet phldrT="[Text]" phldr="1"/>
      <dgm:spPr/>
      <dgm:t>
        <a:bodyPr/>
        <a:lstStyle/>
        <a:p>
          <a:endParaRPr lang="en-US" dirty="0"/>
        </a:p>
      </dgm:t>
    </dgm:pt>
    <dgm:pt modelId="{9DA39743-962F-4A96-A263-286C42AAC07F}" type="parTrans" cxnId="{AA71DE93-B120-4F6D-B70A-CBB82CDFB415}">
      <dgm:prSet/>
      <dgm:spPr/>
      <dgm:t>
        <a:bodyPr/>
        <a:lstStyle/>
        <a:p>
          <a:endParaRPr lang="en-US"/>
        </a:p>
      </dgm:t>
    </dgm:pt>
    <dgm:pt modelId="{CF59EC4B-43E9-48B5-82A1-051EE30F547D}" type="sibTrans" cxnId="{AA71DE93-B120-4F6D-B70A-CBB82CDFB415}">
      <dgm:prSet/>
      <dgm:spPr/>
      <dgm:t>
        <a:bodyPr/>
        <a:lstStyle/>
        <a:p>
          <a:endParaRPr lang="en-US"/>
        </a:p>
      </dgm:t>
    </dgm:pt>
    <dgm:pt modelId="{EF438D1E-71C4-46ED-A3DE-5A1F3C392B2C}" type="pres">
      <dgm:prSet presAssocID="{0BA52107-39E8-4576-8780-3304CAA4FC93}" presName="Name0" presStyleCnt="0">
        <dgm:presLayoutVars>
          <dgm:chMax val="1"/>
          <dgm:chPref val="1"/>
        </dgm:presLayoutVars>
      </dgm:prSet>
      <dgm:spPr/>
    </dgm:pt>
    <dgm:pt modelId="{00AE08E6-73CC-4573-B71C-56304B469124}" type="pres">
      <dgm:prSet presAssocID="{7471396E-5E0D-4F05-B030-204ED8A04EBF}" presName="Parent" presStyleLbl="node0" presStyleIdx="0" presStyleCnt="1">
        <dgm:presLayoutVars>
          <dgm:chMax val="5"/>
          <dgm:chPref val="5"/>
        </dgm:presLayoutVars>
      </dgm:prSet>
      <dgm:spPr/>
    </dgm:pt>
    <dgm:pt modelId="{A6DA4ED0-9BBD-4C7D-975C-D878026588D8}" type="pres">
      <dgm:prSet presAssocID="{7471396E-5E0D-4F05-B030-204ED8A04EBF}" presName="Accent1" presStyleLbl="node1" presStyleIdx="0" presStyleCnt="13"/>
      <dgm:spPr/>
    </dgm:pt>
    <dgm:pt modelId="{22572360-5085-4433-BC20-D6E7852D26FA}" type="pres">
      <dgm:prSet presAssocID="{7471396E-5E0D-4F05-B030-204ED8A04EBF}" presName="Accent2" presStyleLbl="node1" presStyleIdx="1" presStyleCnt="13"/>
      <dgm:spPr/>
    </dgm:pt>
    <dgm:pt modelId="{CF1B8F50-AAB2-49C0-BF08-DBCEA2F4D078}" type="pres">
      <dgm:prSet presAssocID="{7471396E-5E0D-4F05-B030-204ED8A04EBF}" presName="Accent3" presStyleLbl="node1" presStyleIdx="2" presStyleCnt="13"/>
      <dgm:spPr/>
    </dgm:pt>
    <dgm:pt modelId="{4DAD8755-BF3D-4D3A-924D-235D7A43B3F6}" type="pres">
      <dgm:prSet presAssocID="{7471396E-5E0D-4F05-B030-204ED8A04EBF}" presName="Accent4" presStyleLbl="node1" presStyleIdx="3" presStyleCnt="13"/>
      <dgm:spPr/>
    </dgm:pt>
    <dgm:pt modelId="{D9ACA4A6-F918-48DB-96F0-B49EC43467F6}" type="pres">
      <dgm:prSet presAssocID="{7471396E-5E0D-4F05-B030-204ED8A04EBF}" presName="Accent5" presStyleLbl="node1" presStyleIdx="4" presStyleCnt="13"/>
      <dgm:spPr/>
    </dgm:pt>
    <dgm:pt modelId="{178DB9E5-D949-41EB-9FBB-EEA0A37D6900}" type="pres">
      <dgm:prSet presAssocID="{7471396E-5E0D-4F05-B030-204ED8A04EBF}" presName="Accent6" presStyleLbl="node1" presStyleIdx="5" presStyleCnt="13"/>
      <dgm:spPr/>
    </dgm:pt>
    <dgm:pt modelId="{08A16AD9-A3E9-4655-A9A4-B7B6016D64B9}" type="pres">
      <dgm:prSet presAssocID="{58F42542-F23C-4DB4-A948-D51050DCC518}" presName="Child1" presStyleLbl="node1" presStyleIdx="6" presStyleCnt="13">
        <dgm:presLayoutVars>
          <dgm:chMax val="0"/>
          <dgm:chPref val="0"/>
        </dgm:presLayoutVars>
      </dgm:prSet>
      <dgm:spPr/>
    </dgm:pt>
    <dgm:pt modelId="{12238280-13A8-409D-9E82-C5E12551D70A}" type="pres">
      <dgm:prSet presAssocID="{58F42542-F23C-4DB4-A948-D51050DCC518}" presName="Accent7" presStyleCnt="0"/>
      <dgm:spPr/>
    </dgm:pt>
    <dgm:pt modelId="{B86BAAD6-C908-4C45-B18E-5C588284EA45}" type="pres">
      <dgm:prSet presAssocID="{58F42542-F23C-4DB4-A948-D51050DCC518}" presName="AccentHold1" presStyleLbl="node1" presStyleIdx="7" presStyleCnt="13"/>
      <dgm:spPr/>
    </dgm:pt>
    <dgm:pt modelId="{19D85D1C-5DD2-4656-8CD1-1027D71A6E13}" type="pres">
      <dgm:prSet presAssocID="{58F42542-F23C-4DB4-A948-D51050DCC518}" presName="Accent8" presStyleCnt="0"/>
      <dgm:spPr/>
    </dgm:pt>
    <dgm:pt modelId="{5C23FFDB-CC4F-4C3C-906E-D635B1C4C5F2}" type="pres">
      <dgm:prSet presAssocID="{58F42542-F23C-4DB4-A948-D51050DCC518}" presName="AccentHold2" presStyleLbl="node1" presStyleIdx="8" presStyleCnt="13"/>
      <dgm:spPr/>
    </dgm:pt>
    <dgm:pt modelId="{92693448-0161-407E-AFB2-A23825120CE3}" type="pres">
      <dgm:prSet presAssocID="{2240AA3B-FCA1-41D4-8E2F-AD2F66AB788D}" presName="Child2" presStyleLbl="node1" presStyleIdx="9" presStyleCnt="13">
        <dgm:presLayoutVars>
          <dgm:chMax val="0"/>
          <dgm:chPref val="0"/>
        </dgm:presLayoutVars>
      </dgm:prSet>
      <dgm:spPr/>
    </dgm:pt>
    <dgm:pt modelId="{ABB0C4F4-10A2-4EE4-BEF1-D3164A946CD3}" type="pres">
      <dgm:prSet presAssocID="{2240AA3B-FCA1-41D4-8E2F-AD2F66AB788D}" presName="Accent9" presStyleCnt="0"/>
      <dgm:spPr/>
    </dgm:pt>
    <dgm:pt modelId="{73249667-6BFF-401F-B2CA-B850D1AB3F86}" type="pres">
      <dgm:prSet presAssocID="{2240AA3B-FCA1-41D4-8E2F-AD2F66AB788D}" presName="AccentHold1" presStyleLbl="node1" presStyleIdx="10" presStyleCnt="13"/>
      <dgm:spPr/>
    </dgm:pt>
    <dgm:pt modelId="{9D145BE7-A606-4A0E-8613-588427F825D6}" type="pres">
      <dgm:prSet presAssocID="{2240AA3B-FCA1-41D4-8E2F-AD2F66AB788D}" presName="Accent10" presStyleCnt="0"/>
      <dgm:spPr/>
    </dgm:pt>
    <dgm:pt modelId="{20E48FD7-9899-47C9-A935-6979EC49423A}" type="pres">
      <dgm:prSet presAssocID="{2240AA3B-FCA1-41D4-8E2F-AD2F66AB788D}" presName="AccentHold2" presStyleLbl="node1" presStyleIdx="11" presStyleCnt="13"/>
      <dgm:spPr/>
    </dgm:pt>
    <dgm:pt modelId="{14BB48ED-CC4E-4E46-BD17-5CAB0EB47827}" type="pres">
      <dgm:prSet presAssocID="{2240AA3B-FCA1-41D4-8E2F-AD2F66AB788D}" presName="Accent11" presStyleCnt="0"/>
      <dgm:spPr/>
    </dgm:pt>
    <dgm:pt modelId="{D1BCF55E-D5B9-4B39-8C73-D78A3D0593C2}" type="pres">
      <dgm:prSet presAssocID="{2240AA3B-FCA1-41D4-8E2F-AD2F66AB788D}" presName="AccentHold3" presStyleLbl="node1" presStyleIdx="12" presStyleCnt="13"/>
      <dgm:spPr/>
    </dgm:pt>
  </dgm:ptLst>
  <dgm:cxnLst>
    <dgm:cxn modelId="{7DCE3112-F355-4DA4-AA3E-F5C19DA6482D}" type="presOf" srcId="{0BA52107-39E8-4576-8780-3304CAA4FC93}" destId="{EF438D1E-71C4-46ED-A3DE-5A1F3C392B2C}" srcOrd="0" destOrd="0" presId="urn:microsoft.com/office/officeart/2009/3/layout/CircleRelationship"/>
    <dgm:cxn modelId="{4F40101E-A594-4933-AF09-42E2269BF22A}" srcId="{7471396E-5E0D-4F05-B030-204ED8A04EBF}" destId="{58F42542-F23C-4DB4-A948-D51050DCC518}" srcOrd="0" destOrd="0" parTransId="{DF88BC88-0362-4EE1-AA74-D1FC3E90A55A}" sibTransId="{51E03D46-8EF8-4E29-95DF-2C38A2A4E337}"/>
    <dgm:cxn modelId="{1B9DA36A-A6DD-4151-AFF0-CE5FB1FA3C84}" type="presOf" srcId="{58F42542-F23C-4DB4-A948-D51050DCC518}" destId="{08A16AD9-A3E9-4655-A9A4-B7B6016D64B9}" srcOrd="0" destOrd="0" presId="urn:microsoft.com/office/officeart/2009/3/layout/CircleRelationship"/>
    <dgm:cxn modelId="{AA71DE93-B120-4F6D-B70A-CBB82CDFB415}" srcId="{7471396E-5E0D-4F05-B030-204ED8A04EBF}" destId="{2240AA3B-FCA1-41D4-8E2F-AD2F66AB788D}" srcOrd="1" destOrd="0" parTransId="{9DA39743-962F-4A96-A263-286C42AAC07F}" sibTransId="{CF59EC4B-43E9-48B5-82A1-051EE30F547D}"/>
    <dgm:cxn modelId="{4C61EFAD-B7FD-4775-9C6E-D3AD3B3AAC17}" type="presOf" srcId="{2240AA3B-FCA1-41D4-8E2F-AD2F66AB788D}" destId="{92693448-0161-407E-AFB2-A23825120CE3}" srcOrd="0" destOrd="0" presId="urn:microsoft.com/office/officeart/2009/3/layout/CircleRelationship"/>
    <dgm:cxn modelId="{F64703B4-E11E-4DEA-B55E-EEA6B0B65862}" srcId="{0BA52107-39E8-4576-8780-3304CAA4FC93}" destId="{7471396E-5E0D-4F05-B030-204ED8A04EBF}" srcOrd="0" destOrd="0" parTransId="{BB596DA0-EBCC-4D63-9F2B-C5B2ECB5E63D}" sibTransId="{6CB3E3D3-A849-4318-92F0-B4C403AA6251}"/>
    <dgm:cxn modelId="{7DD19AC2-0E7D-42EF-91E1-75A348D0EB33}" type="presOf" srcId="{7471396E-5E0D-4F05-B030-204ED8A04EBF}" destId="{00AE08E6-73CC-4573-B71C-56304B469124}" srcOrd="0" destOrd="0" presId="urn:microsoft.com/office/officeart/2009/3/layout/CircleRelationship"/>
    <dgm:cxn modelId="{4DC7A7A3-A3F2-40CD-87D0-175B0EB40517}" type="presParOf" srcId="{EF438D1E-71C4-46ED-A3DE-5A1F3C392B2C}" destId="{00AE08E6-73CC-4573-B71C-56304B469124}" srcOrd="0" destOrd="0" presId="urn:microsoft.com/office/officeart/2009/3/layout/CircleRelationship"/>
    <dgm:cxn modelId="{F15366B9-AE4C-43E7-BC54-F0EE57617485}" type="presParOf" srcId="{EF438D1E-71C4-46ED-A3DE-5A1F3C392B2C}" destId="{A6DA4ED0-9BBD-4C7D-975C-D878026588D8}" srcOrd="1" destOrd="0" presId="urn:microsoft.com/office/officeart/2009/3/layout/CircleRelationship"/>
    <dgm:cxn modelId="{3DD7AA6C-FF11-4B25-B37E-B30CDE1827C0}" type="presParOf" srcId="{EF438D1E-71C4-46ED-A3DE-5A1F3C392B2C}" destId="{22572360-5085-4433-BC20-D6E7852D26FA}" srcOrd="2" destOrd="0" presId="urn:microsoft.com/office/officeart/2009/3/layout/CircleRelationship"/>
    <dgm:cxn modelId="{3BCEB349-7855-4DD6-AD00-B57EF29FAEE3}" type="presParOf" srcId="{EF438D1E-71C4-46ED-A3DE-5A1F3C392B2C}" destId="{CF1B8F50-AAB2-49C0-BF08-DBCEA2F4D078}" srcOrd="3" destOrd="0" presId="urn:microsoft.com/office/officeart/2009/3/layout/CircleRelationship"/>
    <dgm:cxn modelId="{1ED957F4-CC3A-4B09-9AD3-E8D117261F99}" type="presParOf" srcId="{EF438D1E-71C4-46ED-A3DE-5A1F3C392B2C}" destId="{4DAD8755-BF3D-4D3A-924D-235D7A43B3F6}" srcOrd="4" destOrd="0" presId="urn:microsoft.com/office/officeart/2009/3/layout/CircleRelationship"/>
    <dgm:cxn modelId="{DCDA37E7-D07C-469D-85A5-2678FF842984}" type="presParOf" srcId="{EF438D1E-71C4-46ED-A3DE-5A1F3C392B2C}" destId="{D9ACA4A6-F918-48DB-96F0-B49EC43467F6}" srcOrd="5" destOrd="0" presId="urn:microsoft.com/office/officeart/2009/3/layout/CircleRelationship"/>
    <dgm:cxn modelId="{EC616393-D17A-4573-B525-5AD49EA5A46F}" type="presParOf" srcId="{EF438D1E-71C4-46ED-A3DE-5A1F3C392B2C}" destId="{178DB9E5-D949-41EB-9FBB-EEA0A37D6900}" srcOrd="6" destOrd="0" presId="urn:microsoft.com/office/officeart/2009/3/layout/CircleRelationship"/>
    <dgm:cxn modelId="{09F442AF-09EB-45CE-A9ED-208D2F4A243F}" type="presParOf" srcId="{EF438D1E-71C4-46ED-A3DE-5A1F3C392B2C}" destId="{08A16AD9-A3E9-4655-A9A4-B7B6016D64B9}" srcOrd="7" destOrd="0" presId="urn:microsoft.com/office/officeart/2009/3/layout/CircleRelationship"/>
    <dgm:cxn modelId="{BD925076-E672-4450-BC17-683F001A8C20}" type="presParOf" srcId="{EF438D1E-71C4-46ED-A3DE-5A1F3C392B2C}" destId="{12238280-13A8-409D-9E82-C5E12551D70A}" srcOrd="8" destOrd="0" presId="urn:microsoft.com/office/officeart/2009/3/layout/CircleRelationship"/>
    <dgm:cxn modelId="{0A52E38D-8827-485B-A79C-27C8F92FA273}" type="presParOf" srcId="{12238280-13A8-409D-9E82-C5E12551D70A}" destId="{B86BAAD6-C908-4C45-B18E-5C588284EA45}" srcOrd="0" destOrd="0" presId="urn:microsoft.com/office/officeart/2009/3/layout/CircleRelationship"/>
    <dgm:cxn modelId="{2BEFE1DC-D5B8-41A5-A790-AA433588FCB0}" type="presParOf" srcId="{EF438D1E-71C4-46ED-A3DE-5A1F3C392B2C}" destId="{19D85D1C-5DD2-4656-8CD1-1027D71A6E13}" srcOrd="9" destOrd="0" presId="urn:microsoft.com/office/officeart/2009/3/layout/CircleRelationship"/>
    <dgm:cxn modelId="{69854565-9615-488D-B65E-BF11C8432335}" type="presParOf" srcId="{19D85D1C-5DD2-4656-8CD1-1027D71A6E13}" destId="{5C23FFDB-CC4F-4C3C-906E-D635B1C4C5F2}" srcOrd="0" destOrd="0" presId="urn:microsoft.com/office/officeart/2009/3/layout/CircleRelationship"/>
    <dgm:cxn modelId="{08DB7494-1DA3-45E2-AFAF-A57CC55DD9EA}" type="presParOf" srcId="{EF438D1E-71C4-46ED-A3DE-5A1F3C392B2C}" destId="{92693448-0161-407E-AFB2-A23825120CE3}" srcOrd="10" destOrd="0" presId="urn:microsoft.com/office/officeart/2009/3/layout/CircleRelationship"/>
    <dgm:cxn modelId="{2451ADE2-2986-45F6-8BC3-EA1A8EA4E96F}" type="presParOf" srcId="{EF438D1E-71C4-46ED-A3DE-5A1F3C392B2C}" destId="{ABB0C4F4-10A2-4EE4-BEF1-D3164A946CD3}" srcOrd="11" destOrd="0" presId="urn:microsoft.com/office/officeart/2009/3/layout/CircleRelationship"/>
    <dgm:cxn modelId="{A05AF471-F363-4E5A-9E44-876478FF2C38}" type="presParOf" srcId="{ABB0C4F4-10A2-4EE4-BEF1-D3164A946CD3}" destId="{73249667-6BFF-401F-B2CA-B850D1AB3F86}" srcOrd="0" destOrd="0" presId="urn:microsoft.com/office/officeart/2009/3/layout/CircleRelationship"/>
    <dgm:cxn modelId="{CCA5D722-6925-42FA-A96B-9617BF0441A1}" type="presParOf" srcId="{EF438D1E-71C4-46ED-A3DE-5A1F3C392B2C}" destId="{9D145BE7-A606-4A0E-8613-588427F825D6}" srcOrd="12" destOrd="0" presId="urn:microsoft.com/office/officeart/2009/3/layout/CircleRelationship"/>
    <dgm:cxn modelId="{876A7F1B-705B-4920-AB72-9C9F47F015E5}" type="presParOf" srcId="{9D145BE7-A606-4A0E-8613-588427F825D6}" destId="{20E48FD7-9899-47C9-A935-6979EC49423A}" srcOrd="0" destOrd="0" presId="urn:microsoft.com/office/officeart/2009/3/layout/CircleRelationship"/>
    <dgm:cxn modelId="{A5811745-4A40-41EA-9ADC-8DDDBD2B4DEB}" type="presParOf" srcId="{EF438D1E-71C4-46ED-A3DE-5A1F3C392B2C}" destId="{14BB48ED-CC4E-4E46-BD17-5CAB0EB47827}" srcOrd="13" destOrd="0" presId="urn:microsoft.com/office/officeart/2009/3/layout/CircleRelationship"/>
    <dgm:cxn modelId="{E7500EE3-D4BD-4A73-A24A-89D7004D6268}" type="presParOf" srcId="{14BB48ED-CC4E-4E46-BD17-5CAB0EB47827}" destId="{D1BCF55E-D5B9-4B39-8C73-D78A3D0593C2}" srcOrd="0" destOrd="0" presId="urn:microsoft.com/office/officeart/2009/3/layout/CircleRelationship"/>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E5E4B49D-BCDA-4F66-BBFA-DDB4AF5E1683}" type="doc">
      <dgm:prSet loTypeId="urn:microsoft.com/office/officeart/2018/5/layout/IconLeafLabelList" loCatId="icon" qsTypeId="urn:microsoft.com/office/officeart/2005/8/quickstyle/simple1#22" qsCatId="simple" csTypeId="urn:microsoft.com/office/officeart/2005/8/colors/accent1_2#16" csCatId="accent1" phldr="1"/>
      <dgm:spPr/>
      <dgm:t>
        <a:bodyPr/>
        <a:lstStyle/>
        <a:p>
          <a:endParaRPr lang="en-US"/>
        </a:p>
      </dgm:t>
    </dgm:pt>
    <dgm:pt modelId="{DF5D2582-1DB3-4BE3-B147-AC59C14B0FBA}">
      <dgm:prSet/>
      <dgm:spPr/>
      <dgm:t>
        <a:bodyPr/>
        <a:lstStyle/>
        <a:p>
          <a:pPr>
            <a:defRPr cap="all"/>
          </a:pPr>
          <a:r>
            <a:rPr lang="en-US" b="0" i="0" dirty="0"/>
            <a:t>YouTube:</a:t>
          </a:r>
        </a:p>
        <a:p>
          <a:pPr>
            <a:defRPr cap="all"/>
          </a:pPr>
          <a:r>
            <a:rPr lang="en-US" b="1" dirty="0"/>
            <a:t>Alex Ziskind</a:t>
          </a:r>
        </a:p>
        <a:p>
          <a:pPr>
            <a:defRPr cap="all"/>
          </a:pPr>
          <a:r>
            <a:rPr lang="en-US" b="1" dirty="0"/>
            <a:t>3blue1brown</a:t>
          </a:r>
        </a:p>
      </dgm:t>
    </dgm:pt>
    <dgm:pt modelId="{9409B809-B1F8-4D89-ACD1-32EC7C181E0A}" type="parTrans" cxnId="{EBBAA2CF-D46D-45D6-B689-7A0BE4E72EDB}">
      <dgm:prSet/>
      <dgm:spPr/>
      <dgm:t>
        <a:bodyPr/>
        <a:lstStyle/>
        <a:p>
          <a:endParaRPr lang="en-US"/>
        </a:p>
      </dgm:t>
    </dgm:pt>
    <dgm:pt modelId="{C2094D81-4D46-4FB8-A7E6-BB492F1BB76C}" type="sibTrans" cxnId="{EBBAA2CF-D46D-45D6-B689-7A0BE4E72EDB}">
      <dgm:prSet/>
      <dgm:spPr/>
      <dgm:t>
        <a:bodyPr/>
        <a:lstStyle/>
        <a:p>
          <a:endParaRPr lang="en-US"/>
        </a:p>
      </dgm:t>
    </dgm:pt>
    <dgm:pt modelId="{5F26815B-F27A-4D0F-BA00-D938D866A03C}">
      <dgm:prSet/>
      <dgm:spPr/>
      <dgm:t>
        <a:bodyPr/>
        <a:lstStyle/>
        <a:p>
          <a:pPr>
            <a:defRPr cap="all"/>
          </a:pPr>
          <a:r>
            <a:rPr lang="en-US" b="1" i="0" dirty="0"/>
            <a:t>MatthewExplains.com</a:t>
          </a:r>
          <a:endParaRPr lang="en-US" b="1" dirty="0"/>
        </a:p>
      </dgm:t>
    </dgm:pt>
    <dgm:pt modelId="{1388770B-56B6-461D-9E18-C9D035575F61}" type="parTrans" cxnId="{4A0AD55B-AE79-464C-928C-DFC0F1D6F63F}">
      <dgm:prSet/>
      <dgm:spPr/>
      <dgm:t>
        <a:bodyPr/>
        <a:lstStyle/>
        <a:p>
          <a:endParaRPr lang="en-US"/>
        </a:p>
      </dgm:t>
    </dgm:pt>
    <dgm:pt modelId="{A23DABB6-DD13-4D47-BD9F-541CF564EABB}" type="sibTrans" cxnId="{4A0AD55B-AE79-464C-928C-DFC0F1D6F63F}">
      <dgm:prSet/>
      <dgm:spPr/>
      <dgm:t>
        <a:bodyPr/>
        <a:lstStyle/>
        <a:p>
          <a:endParaRPr lang="en-US"/>
        </a:p>
      </dgm:t>
    </dgm:pt>
    <dgm:pt modelId="{4834B1C5-CB66-41E7-8BA3-5954848F6404}" type="pres">
      <dgm:prSet presAssocID="{E5E4B49D-BCDA-4F66-BBFA-DDB4AF5E1683}" presName="root" presStyleCnt="0">
        <dgm:presLayoutVars>
          <dgm:dir/>
          <dgm:resizeHandles val="exact"/>
        </dgm:presLayoutVars>
      </dgm:prSet>
      <dgm:spPr/>
    </dgm:pt>
    <dgm:pt modelId="{6EA26912-43B9-405D-96D9-53AA3D995A16}" type="pres">
      <dgm:prSet presAssocID="{DF5D2582-1DB3-4BE3-B147-AC59C14B0FBA}" presName="compNode" presStyleCnt="0"/>
      <dgm:spPr/>
    </dgm:pt>
    <dgm:pt modelId="{F7D5937D-3B9A-4BD2-BC5D-CBBC98943491}" type="pres">
      <dgm:prSet presAssocID="{DF5D2582-1DB3-4BE3-B147-AC59C14B0FBA}" presName="iconBgRect" presStyleLbl="bgShp" presStyleIdx="0" presStyleCnt="2"/>
      <dgm:spPr>
        <a:prstGeom prst="round2DiagRect">
          <a:avLst>
            <a:gd name="adj1" fmla="val 29727"/>
            <a:gd name="adj2" fmla="val 0"/>
          </a:avLst>
        </a:prstGeom>
      </dgm:spPr>
    </dgm:pt>
    <dgm:pt modelId="{9CA16E39-BE6F-4404-BAE4-E8FD01E6BDAB}" type="pres">
      <dgm:prSet presAssocID="{DF5D2582-1DB3-4BE3-B147-AC59C14B0FBA}"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esentation with Media"/>
        </a:ext>
      </dgm:extLst>
    </dgm:pt>
    <dgm:pt modelId="{AE1F45BF-66A1-4DD2-9483-700FEF85D141}" type="pres">
      <dgm:prSet presAssocID="{DF5D2582-1DB3-4BE3-B147-AC59C14B0FBA}" presName="spaceRect" presStyleCnt="0"/>
      <dgm:spPr/>
    </dgm:pt>
    <dgm:pt modelId="{81C45548-585F-4AE8-AB43-6E80EA5A599A}" type="pres">
      <dgm:prSet presAssocID="{DF5D2582-1DB3-4BE3-B147-AC59C14B0FBA}" presName="textRect" presStyleLbl="revTx" presStyleIdx="0" presStyleCnt="2">
        <dgm:presLayoutVars>
          <dgm:chMax val="1"/>
          <dgm:chPref val="1"/>
        </dgm:presLayoutVars>
      </dgm:prSet>
      <dgm:spPr/>
    </dgm:pt>
    <dgm:pt modelId="{B952EC32-0B6D-40EC-980C-1517CDE8C9B8}" type="pres">
      <dgm:prSet presAssocID="{C2094D81-4D46-4FB8-A7E6-BB492F1BB76C}" presName="sibTrans" presStyleCnt="0"/>
      <dgm:spPr/>
    </dgm:pt>
    <dgm:pt modelId="{B3199BEC-F929-48F5-83BE-6F093603AC91}" type="pres">
      <dgm:prSet presAssocID="{5F26815B-F27A-4D0F-BA00-D938D866A03C}" presName="compNode" presStyleCnt="0"/>
      <dgm:spPr/>
    </dgm:pt>
    <dgm:pt modelId="{43C4020D-9182-4E0F-8EE4-BE5F89ED47DD}" type="pres">
      <dgm:prSet presAssocID="{5F26815B-F27A-4D0F-BA00-D938D866A03C}" presName="iconBgRect" presStyleLbl="bgShp" presStyleIdx="1" presStyleCnt="2"/>
      <dgm:spPr>
        <a:prstGeom prst="round2DiagRect">
          <a:avLst>
            <a:gd name="adj1" fmla="val 29727"/>
            <a:gd name="adj2" fmla="val 0"/>
          </a:avLst>
        </a:prstGeom>
      </dgm:spPr>
    </dgm:pt>
    <dgm:pt modelId="{3145E071-731C-46F4-95EE-3793E7CECAFA}" type="pres">
      <dgm:prSet presAssocID="{5F26815B-F27A-4D0F-BA00-D938D866A03C}"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arth Globe Americas"/>
        </a:ext>
      </dgm:extLst>
    </dgm:pt>
    <dgm:pt modelId="{7D40049E-9081-487E-BBB7-341F6E62A412}" type="pres">
      <dgm:prSet presAssocID="{5F26815B-F27A-4D0F-BA00-D938D866A03C}" presName="spaceRect" presStyleCnt="0"/>
      <dgm:spPr/>
    </dgm:pt>
    <dgm:pt modelId="{097D438F-C8D9-4352-AE69-C078394BE9A8}" type="pres">
      <dgm:prSet presAssocID="{5F26815B-F27A-4D0F-BA00-D938D866A03C}" presName="textRect" presStyleLbl="revTx" presStyleIdx="1" presStyleCnt="2">
        <dgm:presLayoutVars>
          <dgm:chMax val="1"/>
          <dgm:chPref val="1"/>
        </dgm:presLayoutVars>
      </dgm:prSet>
      <dgm:spPr/>
    </dgm:pt>
  </dgm:ptLst>
  <dgm:cxnLst>
    <dgm:cxn modelId="{4A0AD55B-AE79-464C-928C-DFC0F1D6F63F}" srcId="{E5E4B49D-BCDA-4F66-BBFA-DDB4AF5E1683}" destId="{5F26815B-F27A-4D0F-BA00-D938D866A03C}" srcOrd="1" destOrd="0" parTransId="{1388770B-56B6-461D-9E18-C9D035575F61}" sibTransId="{A23DABB6-DD13-4D47-BD9F-541CF564EABB}"/>
    <dgm:cxn modelId="{9DECF3A2-49E6-49A8-8685-3CE22383E6F7}" type="presOf" srcId="{DF5D2582-1DB3-4BE3-B147-AC59C14B0FBA}" destId="{81C45548-585F-4AE8-AB43-6E80EA5A599A}" srcOrd="0" destOrd="0" presId="urn:microsoft.com/office/officeart/2018/5/layout/IconLeafLabelList"/>
    <dgm:cxn modelId="{EBBAA2CF-D46D-45D6-B689-7A0BE4E72EDB}" srcId="{E5E4B49D-BCDA-4F66-BBFA-DDB4AF5E1683}" destId="{DF5D2582-1DB3-4BE3-B147-AC59C14B0FBA}" srcOrd="0" destOrd="0" parTransId="{9409B809-B1F8-4D89-ACD1-32EC7C181E0A}" sibTransId="{C2094D81-4D46-4FB8-A7E6-BB492F1BB76C}"/>
    <dgm:cxn modelId="{2A8E79D0-D9A4-4ADF-A925-BCE9D93F2E85}" type="presOf" srcId="{E5E4B49D-BCDA-4F66-BBFA-DDB4AF5E1683}" destId="{4834B1C5-CB66-41E7-8BA3-5954848F6404}" srcOrd="0" destOrd="0" presId="urn:microsoft.com/office/officeart/2018/5/layout/IconLeafLabelList"/>
    <dgm:cxn modelId="{B18DCCDA-EB2F-4D33-866F-1A618F5A4D32}" type="presOf" srcId="{5F26815B-F27A-4D0F-BA00-D938D866A03C}" destId="{097D438F-C8D9-4352-AE69-C078394BE9A8}" srcOrd="0" destOrd="0" presId="urn:microsoft.com/office/officeart/2018/5/layout/IconLeafLabelList"/>
    <dgm:cxn modelId="{998F4265-0E9B-4557-B9D9-5A3B74A2BF6B}" type="presParOf" srcId="{4834B1C5-CB66-41E7-8BA3-5954848F6404}" destId="{6EA26912-43B9-405D-96D9-53AA3D995A16}" srcOrd="0" destOrd="0" presId="urn:microsoft.com/office/officeart/2018/5/layout/IconLeafLabelList"/>
    <dgm:cxn modelId="{88317A5E-95C6-49D4-BC5A-FF726265332E}" type="presParOf" srcId="{6EA26912-43B9-405D-96D9-53AA3D995A16}" destId="{F7D5937D-3B9A-4BD2-BC5D-CBBC98943491}" srcOrd="0" destOrd="0" presId="urn:microsoft.com/office/officeart/2018/5/layout/IconLeafLabelList"/>
    <dgm:cxn modelId="{1D215F10-4892-403C-8A9D-B4D1174FBB86}" type="presParOf" srcId="{6EA26912-43B9-405D-96D9-53AA3D995A16}" destId="{9CA16E39-BE6F-4404-BAE4-E8FD01E6BDAB}" srcOrd="1" destOrd="0" presId="urn:microsoft.com/office/officeart/2018/5/layout/IconLeafLabelList"/>
    <dgm:cxn modelId="{D59F7659-EC4E-4B58-BC74-51E4A3995BF4}" type="presParOf" srcId="{6EA26912-43B9-405D-96D9-53AA3D995A16}" destId="{AE1F45BF-66A1-4DD2-9483-700FEF85D141}" srcOrd="2" destOrd="0" presId="urn:microsoft.com/office/officeart/2018/5/layout/IconLeafLabelList"/>
    <dgm:cxn modelId="{CB232972-7CFE-4D5E-B617-2669FFEB8A88}" type="presParOf" srcId="{6EA26912-43B9-405D-96D9-53AA3D995A16}" destId="{81C45548-585F-4AE8-AB43-6E80EA5A599A}" srcOrd="3" destOrd="0" presId="urn:microsoft.com/office/officeart/2018/5/layout/IconLeafLabelList"/>
    <dgm:cxn modelId="{54021FF4-274C-45F1-A24C-661D37E0221D}" type="presParOf" srcId="{4834B1C5-CB66-41E7-8BA3-5954848F6404}" destId="{B952EC32-0B6D-40EC-980C-1517CDE8C9B8}" srcOrd="1" destOrd="0" presId="urn:microsoft.com/office/officeart/2018/5/layout/IconLeafLabelList"/>
    <dgm:cxn modelId="{5D69D351-26DE-4390-9BBA-D5594EE9A087}" type="presParOf" srcId="{4834B1C5-CB66-41E7-8BA3-5954848F6404}" destId="{B3199BEC-F929-48F5-83BE-6F093603AC91}" srcOrd="2" destOrd="0" presId="urn:microsoft.com/office/officeart/2018/5/layout/IconLeafLabelList"/>
    <dgm:cxn modelId="{742F08EE-3170-4C3C-A05C-034EFBC6F1B4}" type="presParOf" srcId="{B3199BEC-F929-48F5-83BE-6F093603AC91}" destId="{43C4020D-9182-4E0F-8EE4-BE5F89ED47DD}" srcOrd="0" destOrd="0" presId="urn:microsoft.com/office/officeart/2018/5/layout/IconLeafLabelList"/>
    <dgm:cxn modelId="{7B9C8B0C-F18C-47AF-B84B-A4E5DE155406}" type="presParOf" srcId="{B3199BEC-F929-48F5-83BE-6F093603AC91}" destId="{3145E071-731C-46F4-95EE-3793E7CECAFA}" srcOrd="1" destOrd="0" presId="urn:microsoft.com/office/officeart/2018/5/layout/IconLeafLabelList"/>
    <dgm:cxn modelId="{D6AE572C-D502-449C-802C-B94B6E203AB8}" type="presParOf" srcId="{B3199BEC-F929-48F5-83BE-6F093603AC91}" destId="{7D40049E-9081-487E-BBB7-341F6E62A412}" srcOrd="2" destOrd="0" presId="urn:microsoft.com/office/officeart/2018/5/layout/IconLeafLabelList"/>
    <dgm:cxn modelId="{D8C184E2-7901-49E0-982B-88B91F890260}" type="presParOf" srcId="{B3199BEC-F929-48F5-83BE-6F093603AC91}" destId="{097D438F-C8D9-4352-AE69-C078394BE9A8}"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5BAA7F-9E33-45EE-AF51-034888971E92}">
      <dsp:nvSpPr>
        <dsp:cNvPr id="0" name=""/>
        <dsp:cNvSpPr/>
      </dsp:nvSpPr>
      <dsp:spPr>
        <a:xfrm>
          <a:off x="6341"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Scrape</a:t>
          </a:r>
        </a:p>
      </dsp:txBody>
      <dsp:txXfrm>
        <a:off x="39652" y="1202015"/>
        <a:ext cx="1828896" cy="1070688"/>
      </dsp:txXfrm>
    </dsp:sp>
    <dsp:sp modelId="{10BD7ABE-FAE1-47DF-B8CC-588111007C1E}">
      <dsp:nvSpPr>
        <dsp:cNvPr id="0" name=""/>
        <dsp:cNvSpPr/>
      </dsp:nvSpPr>
      <dsp:spPr>
        <a:xfrm>
          <a:off x="2091411" y="1502315"/>
          <a:ext cx="401849" cy="47008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2091411" y="1596333"/>
        <a:ext cx="281294" cy="282052"/>
      </dsp:txXfrm>
    </dsp:sp>
    <dsp:sp modelId="{2E17B990-8613-49B6-AF72-1051257F909A}">
      <dsp:nvSpPr>
        <dsp:cNvPr id="0" name=""/>
        <dsp:cNvSpPr/>
      </dsp:nvSpPr>
      <dsp:spPr>
        <a:xfrm>
          <a:off x="2660067"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Chunk</a:t>
          </a:r>
        </a:p>
      </dsp:txBody>
      <dsp:txXfrm>
        <a:off x="2693378" y="1202015"/>
        <a:ext cx="1828896" cy="1070688"/>
      </dsp:txXfrm>
    </dsp:sp>
    <dsp:sp modelId="{F47CDD83-E97B-4026-BE72-C4A3A56792D6}">
      <dsp:nvSpPr>
        <dsp:cNvPr id="0" name=""/>
        <dsp:cNvSpPr/>
      </dsp:nvSpPr>
      <dsp:spPr>
        <a:xfrm>
          <a:off x="4745137" y="1502315"/>
          <a:ext cx="401849" cy="47008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4745137" y="1596333"/>
        <a:ext cx="281294" cy="282052"/>
      </dsp:txXfrm>
    </dsp:sp>
    <dsp:sp modelId="{543024E2-7749-482A-8AFA-BAF31E7DD926}">
      <dsp:nvSpPr>
        <dsp:cNvPr id="0" name=""/>
        <dsp:cNvSpPr/>
      </dsp:nvSpPr>
      <dsp:spPr>
        <a:xfrm>
          <a:off x="5313792"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Embed</a:t>
          </a:r>
        </a:p>
      </dsp:txBody>
      <dsp:txXfrm>
        <a:off x="5347103" y="1202015"/>
        <a:ext cx="1828896" cy="10706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5BAA7F-9E33-45EE-AF51-034888971E92}">
      <dsp:nvSpPr>
        <dsp:cNvPr id="0" name=""/>
        <dsp:cNvSpPr/>
      </dsp:nvSpPr>
      <dsp:spPr>
        <a:xfrm>
          <a:off x="6341" y="1168704"/>
          <a:ext cx="1895518" cy="1137310"/>
        </a:xfrm>
        <a:prstGeom prst="roundRect">
          <a:avLst>
            <a:gd name="adj" fmla="val 10000"/>
          </a:avLst>
        </a:prstGeom>
        <a:solidFill>
          <a:srgbClr val="92D050"/>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Scrape</a:t>
          </a:r>
        </a:p>
      </dsp:txBody>
      <dsp:txXfrm>
        <a:off x="39652" y="1202015"/>
        <a:ext cx="1828896" cy="1070688"/>
      </dsp:txXfrm>
    </dsp:sp>
    <dsp:sp modelId="{10BD7ABE-FAE1-47DF-B8CC-588111007C1E}">
      <dsp:nvSpPr>
        <dsp:cNvPr id="0" name=""/>
        <dsp:cNvSpPr/>
      </dsp:nvSpPr>
      <dsp:spPr>
        <a:xfrm>
          <a:off x="2091411" y="1502315"/>
          <a:ext cx="401849" cy="47008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2091411" y="1596333"/>
        <a:ext cx="281294" cy="282052"/>
      </dsp:txXfrm>
    </dsp:sp>
    <dsp:sp modelId="{2E17B990-8613-49B6-AF72-1051257F909A}">
      <dsp:nvSpPr>
        <dsp:cNvPr id="0" name=""/>
        <dsp:cNvSpPr/>
      </dsp:nvSpPr>
      <dsp:spPr>
        <a:xfrm>
          <a:off x="2660067"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Chunk</a:t>
          </a:r>
        </a:p>
      </dsp:txBody>
      <dsp:txXfrm>
        <a:off x="2693378" y="1202015"/>
        <a:ext cx="1828896" cy="1070688"/>
      </dsp:txXfrm>
    </dsp:sp>
    <dsp:sp modelId="{F47CDD83-E97B-4026-BE72-C4A3A56792D6}">
      <dsp:nvSpPr>
        <dsp:cNvPr id="0" name=""/>
        <dsp:cNvSpPr/>
      </dsp:nvSpPr>
      <dsp:spPr>
        <a:xfrm>
          <a:off x="4745137" y="1502315"/>
          <a:ext cx="401849" cy="47008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4745137" y="1596333"/>
        <a:ext cx="281294" cy="282052"/>
      </dsp:txXfrm>
    </dsp:sp>
    <dsp:sp modelId="{543024E2-7749-482A-8AFA-BAF31E7DD926}">
      <dsp:nvSpPr>
        <dsp:cNvPr id="0" name=""/>
        <dsp:cNvSpPr/>
      </dsp:nvSpPr>
      <dsp:spPr>
        <a:xfrm>
          <a:off x="5313792"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Embed</a:t>
          </a:r>
        </a:p>
      </dsp:txBody>
      <dsp:txXfrm>
        <a:off x="5347103" y="1202015"/>
        <a:ext cx="1828896" cy="107068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5BAA7F-9E33-45EE-AF51-034888971E92}">
      <dsp:nvSpPr>
        <dsp:cNvPr id="0" name=""/>
        <dsp:cNvSpPr/>
      </dsp:nvSpPr>
      <dsp:spPr>
        <a:xfrm>
          <a:off x="6341"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Scrape</a:t>
          </a:r>
        </a:p>
      </dsp:txBody>
      <dsp:txXfrm>
        <a:off x="39652" y="1202015"/>
        <a:ext cx="1828896" cy="1070688"/>
      </dsp:txXfrm>
    </dsp:sp>
    <dsp:sp modelId="{10BD7ABE-FAE1-47DF-B8CC-588111007C1E}">
      <dsp:nvSpPr>
        <dsp:cNvPr id="0" name=""/>
        <dsp:cNvSpPr/>
      </dsp:nvSpPr>
      <dsp:spPr>
        <a:xfrm>
          <a:off x="2091411" y="1502315"/>
          <a:ext cx="401849" cy="47008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2091411" y="1596333"/>
        <a:ext cx="281294" cy="282052"/>
      </dsp:txXfrm>
    </dsp:sp>
    <dsp:sp modelId="{2E17B990-8613-49B6-AF72-1051257F909A}">
      <dsp:nvSpPr>
        <dsp:cNvPr id="0" name=""/>
        <dsp:cNvSpPr/>
      </dsp:nvSpPr>
      <dsp:spPr>
        <a:xfrm>
          <a:off x="2660067" y="1168704"/>
          <a:ext cx="1895518" cy="1137310"/>
        </a:xfrm>
        <a:prstGeom prst="roundRect">
          <a:avLst>
            <a:gd name="adj" fmla="val 10000"/>
          </a:avLst>
        </a:prstGeom>
        <a:solidFill>
          <a:srgbClr val="92D050"/>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Chunk</a:t>
          </a:r>
        </a:p>
      </dsp:txBody>
      <dsp:txXfrm>
        <a:off x="2693378" y="1202015"/>
        <a:ext cx="1828896" cy="1070688"/>
      </dsp:txXfrm>
    </dsp:sp>
    <dsp:sp modelId="{F47CDD83-E97B-4026-BE72-C4A3A56792D6}">
      <dsp:nvSpPr>
        <dsp:cNvPr id="0" name=""/>
        <dsp:cNvSpPr/>
      </dsp:nvSpPr>
      <dsp:spPr>
        <a:xfrm>
          <a:off x="4745137" y="1502315"/>
          <a:ext cx="401849" cy="47008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4745137" y="1596333"/>
        <a:ext cx="281294" cy="282052"/>
      </dsp:txXfrm>
    </dsp:sp>
    <dsp:sp modelId="{543024E2-7749-482A-8AFA-BAF31E7DD926}">
      <dsp:nvSpPr>
        <dsp:cNvPr id="0" name=""/>
        <dsp:cNvSpPr/>
      </dsp:nvSpPr>
      <dsp:spPr>
        <a:xfrm>
          <a:off x="5313792"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Embed</a:t>
          </a:r>
        </a:p>
      </dsp:txBody>
      <dsp:txXfrm>
        <a:off x="5347103" y="1202015"/>
        <a:ext cx="1828896" cy="107068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5BAA7F-9E33-45EE-AF51-034888971E92}">
      <dsp:nvSpPr>
        <dsp:cNvPr id="0" name=""/>
        <dsp:cNvSpPr/>
      </dsp:nvSpPr>
      <dsp:spPr>
        <a:xfrm>
          <a:off x="6341"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Scrape</a:t>
          </a:r>
        </a:p>
      </dsp:txBody>
      <dsp:txXfrm>
        <a:off x="39652" y="1202015"/>
        <a:ext cx="1828896" cy="1070688"/>
      </dsp:txXfrm>
    </dsp:sp>
    <dsp:sp modelId="{10BD7ABE-FAE1-47DF-B8CC-588111007C1E}">
      <dsp:nvSpPr>
        <dsp:cNvPr id="0" name=""/>
        <dsp:cNvSpPr/>
      </dsp:nvSpPr>
      <dsp:spPr>
        <a:xfrm>
          <a:off x="2091411" y="1502315"/>
          <a:ext cx="401849" cy="47008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2091411" y="1596333"/>
        <a:ext cx="281294" cy="282052"/>
      </dsp:txXfrm>
    </dsp:sp>
    <dsp:sp modelId="{2E17B990-8613-49B6-AF72-1051257F909A}">
      <dsp:nvSpPr>
        <dsp:cNvPr id="0" name=""/>
        <dsp:cNvSpPr/>
      </dsp:nvSpPr>
      <dsp:spPr>
        <a:xfrm>
          <a:off x="2660067"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Chunk</a:t>
          </a:r>
        </a:p>
      </dsp:txBody>
      <dsp:txXfrm>
        <a:off x="2693378" y="1202015"/>
        <a:ext cx="1828896" cy="1070688"/>
      </dsp:txXfrm>
    </dsp:sp>
    <dsp:sp modelId="{F47CDD83-E97B-4026-BE72-C4A3A56792D6}">
      <dsp:nvSpPr>
        <dsp:cNvPr id="0" name=""/>
        <dsp:cNvSpPr/>
      </dsp:nvSpPr>
      <dsp:spPr>
        <a:xfrm>
          <a:off x="4745137" y="1502315"/>
          <a:ext cx="401849" cy="47008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4745137" y="1596333"/>
        <a:ext cx="281294" cy="282052"/>
      </dsp:txXfrm>
    </dsp:sp>
    <dsp:sp modelId="{543024E2-7749-482A-8AFA-BAF31E7DD926}">
      <dsp:nvSpPr>
        <dsp:cNvPr id="0" name=""/>
        <dsp:cNvSpPr/>
      </dsp:nvSpPr>
      <dsp:spPr>
        <a:xfrm>
          <a:off x="5313792" y="1168704"/>
          <a:ext cx="1895518" cy="1137310"/>
        </a:xfrm>
        <a:prstGeom prst="roundRect">
          <a:avLst>
            <a:gd name="adj" fmla="val 10000"/>
          </a:avLst>
        </a:prstGeom>
        <a:solidFill>
          <a:srgbClr val="92D050"/>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Embed</a:t>
          </a:r>
        </a:p>
      </dsp:txBody>
      <dsp:txXfrm>
        <a:off x="5347103" y="1202015"/>
        <a:ext cx="1828896" cy="107068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AE08E6-73CC-4573-B71C-56304B469124}">
      <dsp:nvSpPr>
        <dsp:cNvPr id="0" name=""/>
        <dsp:cNvSpPr/>
      </dsp:nvSpPr>
      <dsp:spPr>
        <a:xfrm>
          <a:off x="512823" y="365788"/>
          <a:ext cx="1462064" cy="146203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Vector</a:t>
          </a:r>
        </a:p>
        <a:p>
          <a:pPr marL="0" lvl="0" indent="0" algn="ctr" defTabSz="1022350">
            <a:lnSpc>
              <a:spcPct val="90000"/>
            </a:lnSpc>
            <a:spcBef>
              <a:spcPct val="0"/>
            </a:spcBef>
            <a:spcAft>
              <a:spcPct val="35000"/>
            </a:spcAft>
            <a:buNone/>
          </a:pPr>
          <a:r>
            <a:rPr lang="en-US" sz="2300" kern="1200" dirty="0"/>
            <a:t>DB</a:t>
          </a:r>
        </a:p>
      </dsp:txBody>
      <dsp:txXfrm>
        <a:off x="726937" y="579898"/>
        <a:ext cx="1033836" cy="1033813"/>
      </dsp:txXfrm>
    </dsp:sp>
    <dsp:sp modelId="{A6DA4ED0-9BBD-4C7D-975C-D878026588D8}">
      <dsp:nvSpPr>
        <dsp:cNvPr id="0" name=""/>
        <dsp:cNvSpPr/>
      </dsp:nvSpPr>
      <dsp:spPr>
        <a:xfrm>
          <a:off x="1347046" y="299177"/>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572360-5085-4433-BC20-D6E7852D26FA}">
      <dsp:nvSpPr>
        <dsp:cNvPr id="0" name=""/>
        <dsp:cNvSpPr/>
      </dsp:nvSpPr>
      <dsp:spPr>
        <a:xfrm>
          <a:off x="962020" y="1719194"/>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1B8F50-AAB2-49C0-BF08-DBCEA2F4D078}">
      <dsp:nvSpPr>
        <dsp:cNvPr id="0" name=""/>
        <dsp:cNvSpPr/>
      </dsp:nvSpPr>
      <dsp:spPr>
        <a:xfrm>
          <a:off x="2068970" y="959142"/>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AD8755-BF3D-4D3A-924D-235D7A43B3F6}">
      <dsp:nvSpPr>
        <dsp:cNvPr id="0" name=""/>
        <dsp:cNvSpPr/>
      </dsp:nvSpPr>
      <dsp:spPr>
        <a:xfrm>
          <a:off x="1505570" y="1844560"/>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ACA4A6-F918-48DB-96F0-B49EC43467F6}">
      <dsp:nvSpPr>
        <dsp:cNvPr id="0" name=""/>
        <dsp:cNvSpPr/>
      </dsp:nvSpPr>
      <dsp:spPr>
        <a:xfrm>
          <a:off x="995465" y="530267"/>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8DB9E5-D949-41EB-9FBB-EEA0A37D6900}">
      <dsp:nvSpPr>
        <dsp:cNvPr id="0" name=""/>
        <dsp:cNvSpPr/>
      </dsp:nvSpPr>
      <dsp:spPr>
        <a:xfrm>
          <a:off x="624307" y="1204408"/>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A16AD9-A3E9-4655-A9A4-B7B6016D64B9}">
      <dsp:nvSpPr>
        <dsp:cNvPr id="0" name=""/>
        <dsp:cNvSpPr/>
      </dsp:nvSpPr>
      <dsp:spPr>
        <a:xfrm>
          <a:off x="56013" y="629672"/>
          <a:ext cx="594397" cy="59420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43060" y="716692"/>
        <a:ext cx="420303" cy="420167"/>
      </dsp:txXfrm>
    </dsp:sp>
    <dsp:sp modelId="{B86BAAD6-C908-4C45-B18E-5C588284EA45}">
      <dsp:nvSpPr>
        <dsp:cNvPr id="0" name=""/>
        <dsp:cNvSpPr/>
      </dsp:nvSpPr>
      <dsp:spPr>
        <a:xfrm>
          <a:off x="1182540" y="535391"/>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23FFDB-CC4F-4C3C-906E-D635B1C4C5F2}">
      <dsp:nvSpPr>
        <dsp:cNvPr id="0" name=""/>
        <dsp:cNvSpPr/>
      </dsp:nvSpPr>
      <dsp:spPr>
        <a:xfrm>
          <a:off x="111755" y="1398093"/>
          <a:ext cx="293935" cy="29394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2693448-0161-407E-AFB2-A23825120CE3}">
      <dsp:nvSpPr>
        <dsp:cNvPr id="0" name=""/>
        <dsp:cNvSpPr/>
      </dsp:nvSpPr>
      <dsp:spPr>
        <a:xfrm>
          <a:off x="2124711" y="350075"/>
          <a:ext cx="594397" cy="59420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211758" y="437095"/>
        <a:ext cx="420303" cy="420167"/>
      </dsp:txXfrm>
    </dsp:sp>
    <dsp:sp modelId="{73249667-6BFF-401F-B2CA-B850D1AB3F86}">
      <dsp:nvSpPr>
        <dsp:cNvPr id="0" name=""/>
        <dsp:cNvSpPr/>
      </dsp:nvSpPr>
      <dsp:spPr>
        <a:xfrm>
          <a:off x="1859598" y="760332"/>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E48FD7-9899-47C9-A935-6979EC49423A}">
      <dsp:nvSpPr>
        <dsp:cNvPr id="0" name=""/>
        <dsp:cNvSpPr/>
      </dsp:nvSpPr>
      <dsp:spPr>
        <a:xfrm>
          <a:off x="0" y="1747888"/>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BCF55E-D5B9-4B39-8C73-D78A3D0593C2}">
      <dsp:nvSpPr>
        <dsp:cNvPr id="0" name=""/>
        <dsp:cNvSpPr/>
      </dsp:nvSpPr>
      <dsp:spPr>
        <a:xfrm>
          <a:off x="1174111" y="1580164"/>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5BAA7F-9E33-45EE-AF51-034888971E92}">
      <dsp:nvSpPr>
        <dsp:cNvPr id="0" name=""/>
        <dsp:cNvSpPr/>
      </dsp:nvSpPr>
      <dsp:spPr>
        <a:xfrm>
          <a:off x="6341"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Scrape</a:t>
          </a:r>
        </a:p>
      </dsp:txBody>
      <dsp:txXfrm>
        <a:off x="39652" y="1202015"/>
        <a:ext cx="1828896" cy="1070688"/>
      </dsp:txXfrm>
    </dsp:sp>
    <dsp:sp modelId="{10BD7ABE-FAE1-47DF-B8CC-588111007C1E}">
      <dsp:nvSpPr>
        <dsp:cNvPr id="0" name=""/>
        <dsp:cNvSpPr/>
      </dsp:nvSpPr>
      <dsp:spPr>
        <a:xfrm>
          <a:off x="2091411" y="1502315"/>
          <a:ext cx="401849" cy="47008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2091411" y="1596333"/>
        <a:ext cx="281294" cy="282052"/>
      </dsp:txXfrm>
    </dsp:sp>
    <dsp:sp modelId="{2E17B990-8613-49B6-AF72-1051257F909A}">
      <dsp:nvSpPr>
        <dsp:cNvPr id="0" name=""/>
        <dsp:cNvSpPr/>
      </dsp:nvSpPr>
      <dsp:spPr>
        <a:xfrm>
          <a:off x="2660067"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Chunk</a:t>
          </a:r>
        </a:p>
      </dsp:txBody>
      <dsp:txXfrm>
        <a:off x="2693378" y="1202015"/>
        <a:ext cx="1828896" cy="1070688"/>
      </dsp:txXfrm>
    </dsp:sp>
    <dsp:sp modelId="{F47CDD83-E97B-4026-BE72-C4A3A56792D6}">
      <dsp:nvSpPr>
        <dsp:cNvPr id="0" name=""/>
        <dsp:cNvSpPr/>
      </dsp:nvSpPr>
      <dsp:spPr>
        <a:xfrm>
          <a:off x="4745137" y="1502315"/>
          <a:ext cx="401849" cy="47008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4745137" y="1596333"/>
        <a:ext cx="281294" cy="282052"/>
      </dsp:txXfrm>
    </dsp:sp>
    <dsp:sp modelId="{543024E2-7749-482A-8AFA-BAF31E7DD926}">
      <dsp:nvSpPr>
        <dsp:cNvPr id="0" name=""/>
        <dsp:cNvSpPr/>
      </dsp:nvSpPr>
      <dsp:spPr>
        <a:xfrm>
          <a:off x="5313792"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Embed</a:t>
          </a:r>
        </a:p>
      </dsp:txBody>
      <dsp:txXfrm>
        <a:off x="5347103" y="1202015"/>
        <a:ext cx="1828896" cy="107068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5BAA7F-9E33-45EE-AF51-034888971E92}">
      <dsp:nvSpPr>
        <dsp:cNvPr id="0" name=""/>
        <dsp:cNvSpPr/>
      </dsp:nvSpPr>
      <dsp:spPr>
        <a:xfrm>
          <a:off x="6675" y="1138772"/>
          <a:ext cx="1995291" cy="1197174"/>
        </a:xfrm>
        <a:prstGeom prst="roundRect">
          <a:avLst>
            <a:gd name="adj" fmla="val 10000"/>
          </a:avLst>
        </a:prstGeom>
        <a:solidFill>
          <a:srgbClr val="92D050"/>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sp3d extrusionH="28000" prstMaterial="matte"/>
        </a:bodyPr>
        <a:lstStyle/>
        <a:p>
          <a:pPr marL="0" lvl="0" indent="0" algn="ctr" defTabSz="1733550">
            <a:lnSpc>
              <a:spcPct val="90000"/>
            </a:lnSpc>
            <a:spcBef>
              <a:spcPct val="0"/>
            </a:spcBef>
            <a:spcAft>
              <a:spcPct val="35000"/>
            </a:spcAft>
            <a:buNone/>
          </a:pPr>
          <a:r>
            <a:rPr lang="en-US" sz="3900" kern="1200" dirty="0"/>
            <a:t>Prompt</a:t>
          </a:r>
        </a:p>
      </dsp:txBody>
      <dsp:txXfrm>
        <a:off x="41739" y="1173836"/>
        <a:ext cx="1925163" cy="1127046"/>
      </dsp:txXfrm>
    </dsp:sp>
    <dsp:sp modelId="{10BD7ABE-FAE1-47DF-B8CC-588111007C1E}">
      <dsp:nvSpPr>
        <dsp:cNvPr id="0" name=""/>
        <dsp:cNvSpPr/>
      </dsp:nvSpPr>
      <dsp:spPr>
        <a:xfrm>
          <a:off x="2201496" y="1489943"/>
          <a:ext cx="423001" cy="494832"/>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2201496" y="1588909"/>
        <a:ext cx="296101" cy="296900"/>
      </dsp:txXfrm>
    </dsp:sp>
    <dsp:sp modelId="{2E17B990-8613-49B6-AF72-1051257F909A}">
      <dsp:nvSpPr>
        <dsp:cNvPr id="0" name=""/>
        <dsp:cNvSpPr/>
      </dsp:nvSpPr>
      <dsp:spPr>
        <a:xfrm>
          <a:off x="2800083" y="1138772"/>
          <a:ext cx="1995291" cy="1197174"/>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sp3d extrusionH="28000" prstMaterial="matte"/>
        </a:bodyPr>
        <a:lstStyle/>
        <a:p>
          <a:pPr marL="0" lvl="0" indent="0" algn="ctr" defTabSz="1733550">
            <a:lnSpc>
              <a:spcPct val="90000"/>
            </a:lnSpc>
            <a:spcBef>
              <a:spcPct val="0"/>
            </a:spcBef>
            <a:spcAft>
              <a:spcPct val="35000"/>
            </a:spcAft>
            <a:buNone/>
          </a:pPr>
          <a:r>
            <a:rPr lang="en-US" sz="3900" kern="1200" dirty="0"/>
            <a:t>Embed</a:t>
          </a:r>
        </a:p>
      </dsp:txBody>
      <dsp:txXfrm>
        <a:off x="2835147" y="1173836"/>
        <a:ext cx="1925163" cy="1127046"/>
      </dsp:txXfrm>
    </dsp:sp>
    <dsp:sp modelId="{F47CDD83-E97B-4026-BE72-C4A3A56792D6}">
      <dsp:nvSpPr>
        <dsp:cNvPr id="0" name=""/>
        <dsp:cNvSpPr/>
      </dsp:nvSpPr>
      <dsp:spPr>
        <a:xfrm>
          <a:off x="4996572" y="1489943"/>
          <a:ext cx="426539" cy="494832"/>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996572" y="1588909"/>
        <a:ext cx="298577" cy="296900"/>
      </dsp:txXfrm>
    </dsp:sp>
    <dsp:sp modelId="{543024E2-7749-482A-8AFA-BAF31E7DD926}">
      <dsp:nvSpPr>
        <dsp:cNvPr id="0" name=""/>
        <dsp:cNvSpPr/>
      </dsp:nvSpPr>
      <dsp:spPr>
        <a:xfrm>
          <a:off x="5600166" y="1138772"/>
          <a:ext cx="1995291" cy="1197174"/>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sp3d extrusionH="28000" prstMaterial="matte"/>
        </a:bodyPr>
        <a:lstStyle/>
        <a:p>
          <a:pPr marL="0" lvl="0" indent="0" algn="ctr" defTabSz="1733550">
            <a:lnSpc>
              <a:spcPct val="90000"/>
            </a:lnSpc>
            <a:spcBef>
              <a:spcPct val="0"/>
            </a:spcBef>
            <a:spcAft>
              <a:spcPct val="35000"/>
            </a:spcAft>
            <a:buNone/>
          </a:pPr>
          <a:r>
            <a:rPr lang="en-US" sz="3900" kern="1200" dirty="0"/>
            <a:t>Search</a:t>
          </a:r>
        </a:p>
      </dsp:txBody>
      <dsp:txXfrm>
        <a:off x="5635230" y="1173836"/>
        <a:ext cx="1925163" cy="112704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AE08E6-73CC-4573-B71C-56304B469124}">
      <dsp:nvSpPr>
        <dsp:cNvPr id="0" name=""/>
        <dsp:cNvSpPr/>
      </dsp:nvSpPr>
      <dsp:spPr>
        <a:xfrm>
          <a:off x="512823" y="365788"/>
          <a:ext cx="1462064" cy="146203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Vector</a:t>
          </a:r>
        </a:p>
        <a:p>
          <a:pPr marL="0" lvl="0" indent="0" algn="ctr" defTabSz="1022350">
            <a:lnSpc>
              <a:spcPct val="90000"/>
            </a:lnSpc>
            <a:spcBef>
              <a:spcPct val="0"/>
            </a:spcBef>
            <a:spcAft>
              <a:spcPct val="35000"/>
            </a:spcAft>
            <a:buNone/>
          </a:pPr>
          <a:r>
            <a:rPr lang="en-US" sz="2300" kern="1200" dirty="0"/>
            <a:t>DB</a:t>
          </a:r>
        </a:p>
      </dsp:txBody>
      <dsp:txXfrm>
        <a:off x="726937" y="579898"/>
        <a:ext cx="1033836" cy="1033813"/>
      </dsp:txXfrm>
    </dsp:sp>
    <dsp:sp modelId="{A6DA4ED0-9BBD-4C7D-975C-D878026588D8}">
      <dsp:nvSpPr>
        <dsp:cNvPr id="0" name=""/>
        <dsp:cNvSpPr/>
      </dsp:nvSpPr>
      <dsp:spPr>
        <a:xfrm>
          <a:off x="1347046" y="299177"/>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572360-5085-4433-BC20-D6E7852D26FA}">
      <dsp:nvSpPr>
        <dsp:cNvPr id="0" name=""/>
        <dsp:cNvSpPr/>
      </dsp:nvSpPr>
      <dsp:spPr>
        <a:xfrm>
          <a:off x="962020" y="1719194"/>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1B8F50-AAB2-49C0-BF08-DBCEA2F4D078}">
      <dsp:nvSpPr>
        <dsp:cNvPr id="0" name=""/>
        <dsp:cNvSpPr/>
      </dsp:nvSpPr>
      <dsp:spPr>
        <a:xfrm>
          <a:off x="2068970" y="959142"/>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AD8755-BF3D-4D3A-924D-235D7A43B3F6}">
      <dsp:nvSpPr>
        <dsp:cNvPr id="0" name=""/>
        <dsp:cNvSpPr/>
      </dsp:nvSpPr>
      <dsp:spPr>
        <a:xfrm>
          <a:off x="1505570" y="1844560"/>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ACA4A6-F918-48DB-96F0-B49EC43467F6}">
      <dsp:nvSpPr>
        <dsp:cNvPr id="0" name=""/>
        <dsp:cNvSpPr/>
      </dsp:nvSpPr>
      <dsp:spPr>
        <a:xfrm>
          <a:off x="995465" y="530267"/>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8DB9E5-D949-41EB-9FBB-EEA0A37D6900}">
      <dsp:nvSpPr>
        <dsp:cNvPr id="0" name=""/>
        <dsp:cNvSpPr/>
      </dsp:nvSpPr>
      <dsp:spPr>
        <a:xfrm>
          <a:off x="624307" y="1204408"/>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A16AD9-A3E9-4655-A9A4-B7B6016D64B9}">
      <dsp:nvSpPr>
        <dsp:cNvPr id="0" name=""/>
        <dsp:cNvSpPr/>
      </dsp:nvSpPr>
      <dsp:spPr>
        <a:xfrm>
          <a:off x="56013" y="629672"/>
          <a:ext cx="594397" cy="59420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43060" y="716692"/>
        <a:ext cx="420303" cy="420167"/>
      </dsp:txXfrm>
    </dsp:sp>
    <dsp:sp modelId="{B86BAAD6-C908-4C45-B18E-5C588284EA45}">
      <dsp:nvSpPr>
        <dsp:cNvPr id="0" name=""/>
        <dsp:cNvSpPr/>
      </dsp:nvSpPr>
      <dsp:spPr>
        <a:xfrm>
          <a:off x="1182540" y="535391"/>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23FFDB-CC4F-4C3C-906E-D635B1C4C5F2}">
      <dsp:nvSpPr>
        <dsp:cNvPr id="0" name=""/>
        <dsp:cNvSpPr/>
      </dsp:nvSpPr>
      <dsp:spPr>
        <a:xfrm>
          <a:off x="111755" y="1398093"/>
          <a:ext cx="293935" cy="29394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2693448-0161-407E-AFB2-A23825120CE3}">
      <dsp:nvSpPr>
        <dsp:cNvPr id="0" name=""/>
        <dsp:cNvSpPr/>
      </dsp:nvSpPr>
      <dsp:spPr>
        <a:xfrm>
          <a:off x="2124711" y="350075"/>
          <a:ext cx="594397" cy="59420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211758" y="437095"/>
        <a:ext cx="420303" cy="420167"/>
      </dsp:txXfrm>
    </dsp:sp>
    <dsp:sp modelId="{73249667-6BFF-401F-B2CA-B850D1AB3F86}">
      <dsp:nvSpPr>
        <dsp:cNvPr id="0" name=""/>
        <dsp:cNvSpPr/>
      </dsp:nvSpPr>
      <dsp:spPr>
        <a:xfrm>
          <a:off x="1859598" y="760332"/>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E48FD7-9899-47C9-A935-6979EC49423A}">
      <dsp:nvSpPr>
        <dsp:cNvPr id="0" name=""/>
        <dsp:cNvSpPr/>
      </dsp:nvSpPr>
      <dsp:spPr>
        <a:xfrm>
          <a:off x="0" y="1747888"/>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BCF55E-D5B9-4B39-8C73-D78A3D0593C2}">
      <dsp:nvSpPr>
        <dsp:cNvPr id="0" name=""/>
        <dsp:cNvSpPr/>
      </dsp:nvSpPr>
      <dsp:spPr>
        <a:xfrm>
          <a:off x="1174111" y="1580164"/>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5BAA7F-9E33-45EE-AF51-034888971E92}">
      <dsp:nvSpPr>
        <dsp:cNvPr id="0" name=""/>
        <dsp:cNvSpPr/>
      </dsp:nvSpPr>
      <dsp:spPr>
        <a:xfrm>
          <a:off x="6341"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Scrape</a:t>
          </a:r>
        </a:p>
      </dsp:txBody>
      <dsp:txXfrm>
        <a:off x="39652" y="1202015"/>
        <a:ext cx="1828896" cy="1070688"/>
      </dsp:txXfrm>
    </dsp:sp>
    <dsp:sp modelId="{10BD7ABE-FAE1-47DF-B8CC-588111007C1E}">
      <dsp:nvSpPr>
        <dsp:cNvPr id="0" name=""/>
        <dsp:cNvSpPr/>
      </dsp:nvSpPr>
      <dsp:spPr>
        <a:xfrm>
          <a:off x="2091411" y="1502315"/>
          <a:ext cx="401849" cy="47008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2091411" y="1596333"/>
        <a:ext cx="281294" cy="282052"/>
      </dsp:txXfrm>
    </dsp:sp>
    <dsp:sp modelId="{2E17B990-8613-49B6-AF72-1051257F909A}">
      <dsp:nvSpPr>
        <dsp:cNvPr id="0" name=""/>
        <dsp:cNvSpPr/>
      </dsp:nvSpPr>
      <dsp:spPr>
        <a:xfrm>
          <a:off x="2660067"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Chunk</a:t>
          </a:r>
        </a:p>
      </dsp:txBody>
      <dsp:txXfrm>
        <a:off x="2693378" y="1202015"/>
        <a:ext cx="1828896" cy="1070688"/>
      </dsp:txXfrm>
    </dsp:sp>
    <dsp:sp modelId="{F47CDD83-E97B-4026-BE72-C4A3A56792D6}">
      <dsp:nvSpPr>
        <dsp:cNvPr id="0" name=""/>
        <dsp:cNvSpPr/>
      </dsp:nvSpPr>
      <dsp:spPr>
        <a:xfrm>
          <a:off x="4745137" y="1502315"/>
          <a:ext cx="401849" cy="47008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4745137" y="1596333"/>
        <a:ext cx="281294" cy="282052"/>
      </dsp:txXfrm>
    </dsp:sp>
    <dsp:sp modelId="{543024E2-7749-482A-8AFA-BAF31E7DD926}">
      <dsp:nvSpPr>
        <dsp:cNvPr id="0" name=""/>
        <dsp:cNvSpPr/>
      </dsp:nvSpPr>
      <dsp:spPr>
        <a:xfrm>
          <a:off x="5313792"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Embed</a:t>
          </a:r>
        </a:p>
      </dsp:txBody>
      <dsp:txXfrm>
        <a:off x="5347103" y="1202015"/>
        <a:ext cx="1828896" cy="107068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5BAA7F-9E33-45EE-AF51-034888971E92}">
      <dsp:nvSpPr>
        <dsp:cNvPr id="0" name=""/>
        <dsp:cNvSpPr/>
      </dsp:nvSpPr>
      <dsp:spPr>
        <a:xfrm>
          <a:off x="6675" y="1138772"/>
          <a:ext cx="1995291" cy="1197174"/>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sp3d extrusionH="28000" prstMaterial="matte"/>
        </a:bodyPr>
        <a:lstStyle/>
        <a:p>
          <a:pPr marL="0" lvl="0" indent="0" algn="ctr" defTabSz="1733550">
            <a:lnSpc>
              <a:spcPct val="90000"/>
            </a:lnSpc>
            <a:spcBef>
              <a:spcPct val="0"/>
            </a:spcBef>
            <a:spcAft>
              <a:spcPct val="35000"/>
            </a:spcAft>
            <a:buNone/>
          </a:pPr>
          <a:r>
            <a:rPr lang="en-US" sz="3900" kern="1200" dirty="0"/>
            <a:t>Prompt</a:t>
          </a:r>
        </a:p>
      </dsp:txBody>
      <dsp:txXfrm>
        <a:off x="41739" y="1173836"/>
        <a:ext cx="1925163" cy="1127046"/>
      </dsp:txXfrm>
    </dsp:sp>
    <dsp:sp modelId="{10BD7ABE-FAE1-47DF-B8CC-588111007C1E}">
      <dsp:nvSpPr>
        <dsp:cNvPr id="0" name=""/>
        <dsp:cNvSpPr/>
      </dsp:nvSpPr>
      <dsp:spPr>
        <a:xfrm>
          <a:off x="2201496" y="1489943"/>
          <a:ext cx="423001" cy="494832"/>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2201496" y="1588909"/>
        <a:ext cx="296101" cy="296900"/>
      </dsp:txXfrm>
    </dsp:sp>
    <dsp:sp modelId="{2E17B990-8613-49B6-AF72-1051257F909A}">
      <dsp:nvSpPr>
        <dsp:cNvPr id="0" name=""/>
        <dsp:cNvSpPr/>
      </dsp:nvSpPr>
      <dsp:spPr>
        <a:xfrm>
          <a:off x="2800083" y="1138772"/>
          <a:ext cx="1995291" cy="1197174"/>
        </a:xfrm>
        <a:prstGeom prst="roundRect">
          <a:avLst>
            <a:gd name="adj" fmla="val 10000"/>
          </a:avLst>
        </a:prstGeom>
        <a:solidFill>
          <a:srgbClr val="92D050"/>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sp3d extrusionH="28000" prstMaterial="matte"/>
        </a:bodyPr>
        <a:lstStyle/>
        <a:p>
          <a:pPr marL="0" lvl="0" indent="0" algn="ctr" defTabSz="1733550">
            <a:lnSpc>
              <a:spcPct val="90000"/>
            </a:lnSpc>
            <a:spcBef>
              <a:spcPct val="0"/>
            </a:spcBef>
            <a:spcAft>
              <a:spcPct val="35000"/>
            </a:spcAft>
            <a:buNone/>
          </a:pPr>
          <a:r>
            <a:rPr lang="en-US" sz="3900" kern="1200" dirty="0"/>
            <a:t>Embed</a:t>
          </a:r>
        </a:p>
      </dsp:txBody>
      <dsp:txXfrm>
        <a:off x="2835147" y="1173836"/>
        <a:ext cx="1925163" cy="1127046"/>
      </dsp:txXfrm>
    </dsp:sp>
    <dsp:sp modelId="{F47CDD83-E97B-4026-BE72-C4A3A56792D6}">
      <dsp:nvSpPr>
        <dsp:cNvPr id="0" name=""/>
        <dsp:cNvSpPr/>
      </dsp:nvSpPr>
      <dsp:spPr>
        <a:xfrm>
          <a:off x="4996572" y="1489943"/>
          <a:ext cx="426539" cy="494832"/>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996572" y="1588909"/>
        <a:ext cx="298577" cy="296900"/>
      </dsp:txXfrm>
    </dsp:sp>
    <dsp:sp modelId="{543024E2-7749-482A-8AFA-BAF31E7DD926}">
      <dsp:nvSpPr>
        <dsp:cNvPr id="0" name=""/>
        <dsp:cNvSpPr/>
      </dsp:nvSpPr>
      <dsp:spPr>
        <a:xfrm>
          <a:off x="5600166" y="1138772"/>
          <a:ext cx="1995291" cy="1197174"/>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sp3d extrusionH="28000" prstMaterial="matte"/>
        </a:bodyPr>
        <a:lstStyle/>
        <a:p>
          <a:pPr marL="0" lvl="0" indent="0" algn="ctr" defTabSz="1733550">
            <a:lnSpc>
              <a:spcPct val="90000"/>
            </a:lnSpc>
            <a:spcBef>
              <a:spcPct val="0"/>
            </a:spcBef>
            <a:spcAft>
              <a:spcPct val="35000"/>
            </a:spcAft>
            <a:buNone/>
          </a:pPr>
          <a:r>
            <a:rPr lang="en-US" sz="3900" kern="1200" dirty="0"/>
            <a:t>Search</a:t>
          </a:r>
        </a:p>
      </dsp:txBody>
      <dsp:txXfrm>
        <a:off x="5635230" y="1173836"/>
        <a:ext cx="1925163" cy="112704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AE08E6-73CC-4573-B71C-56304B469124}">
      <dsp:nvSpPr>
        <dsp:cNvPr id="0" name=""/>
        <dsp:cNvSpPr/>
      </dsp:nvSpPr>
      <dsp:spPr>
        <a:xfrm>
          <a:off x="512823" y="365788"/>
          <a:ext cx="1462064" cy="146203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Vector</a:t>
          </a:r>
        </a:p>
        <a:p>
          <a:pPr marL="0" lvl="0" indent="0" algn="ctr" defTabSz="1022350">
            <a:lnSpc>
              <a:spcPct val="90000"/>
            </a:lnSpc>
            <a:spcBef>
              <a:spcPct val="0"/>
            </a:spcBef>
            <a:spcAft>
              <a:spcPct val="35000"/>
            </a:spcAft>
            <a:buNone/>
          </a:pPr>
          <a:r>
            <a:rPr lang="en-US" sz="2300" kern="1200" dirty="0"/>
            <a:t>DB</a:t>
          </a:r>
        </a:p>
      </dsp:txBody>
      <dsp:txXfrm>
        <a:off x="726937" y="579898"/>
        <a:ext cx="1033836" cy="1033813"/>
      </dsp:txXfrm>
    </dsp:sp>
    <dsp:sp modelId="{A6DA4ED0-9BBD-4C7D-975C-D878026588D8}">
      <dsp:nvSpPr>
        <dsp:cNvPr id="0" name=""/>
        <dsp:cNvSpPr/>
      </dsp:nvSpPr>
      <dsp:spPr>
        <a:xfrm>
          <a:off x="1347046" y="299177"/>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572360-5085-4433-BC20-D6E7852D26FA}">
      <dsp:nvSpPr>
        <dsp:cNvPr id="0" name=""/>
        <dsp:cNvSpPr/>
      </dsp:nvSpPr>
      <dsp:spPr>
        <a:xfrm>
          <a:off x="962020" y="1719194"/>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1B8F50-AAB2-49C0-BF08-DBCEA2F4D078}">
      <dsp:nvSpPr>
        <dsp:cNvPr id="0" name=""/>
        <dsp:cNvSpPr/>
      </dsp:nvSpPr>
      <dsp:spPr>
        <a:xfrm>
          <a:off x="2068970" y="959142"/>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AD8755-BF3D-4D3A-924D-235D7A43B3F6}">
      <dsp:nvSpPr>
        <dsp:cNvPr id="0" name=""/>
        <dsp:cNvSpPr/>
      </dsp:nvSpPr>
      <dsp:spPr>
        <a:xfrm>
          <a:off x="1505570" y="1844560"/>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ACA4A6-F918-48DB-96F0-B49EC43467F6}">
      <dsp:nvSpPr>
        <dsp:cNvPr id="0" name=""/>
        <dsp:cNvSpPr/>
      </dsp:nvSpPr>
      <dsp:spPr>
        <a:xfrm>
          <a:off x="995465" y="530267"/>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8DB9E5-D949-41EB-9FBB-EEA0A37D6900}">
      <dsp:nvSpPr>
        <dsp:cNvPr id="0" name=""/>
        <dsp:cNvSpPr/>
      </dsp:nvSpPr>
      <dsp:spPr>
        <a:xfrm>
          <a:off x="624307" y="1204408"/>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A16AD9-A3E9-4655-A9A4-B7B6016D64B9}">
      <dsp:nvSpPr>
        <dsp:cNvPr id="0" name=""/>
        <dsp:cNvSpPr/>
      </dsp:nvSpPr>
      <dsp:spPr>
        <a:xfrm>
          <a:off x="56013" y="629672"/>
          <a:ext cx="594397" cy="59420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43060" y="716692"/>
        <a:ext cx="420303" cy="420167"/>
      </dsp:txXfrm>
    </dsp:sp>
    <dsp:sp modelId="{B86BAAD6-C908-4C45-B18E-5C588284EA45}">
      <dsp:nvSpPr>
        <dsp:cNvPr id="0" name=""/>
        <dsp:cNvSpPr/>
      </dsp:nvSpPr>
      <dsp:spPr>
        <a:xfrm>
          <a:off x="1182540" y="535391"/>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23FFDB-CC4F-4C3C-906E-D635B1C4C5F2}">
      <dsp:nvSpPr>
        <dsp:cNvPr id="0" name=""/>
        <dsp:cNvSpPr/>
      </dsp:nvSpPr>
      <dsp:spPr>
        <a:xfrm>
          <a:off x="111755" y="1398093"/>
          <a:ext cx="293935" cy="29394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2693448-0161-407E-AFB2-A23825120CE3}">
      <dsp:nvSpPr>
        <dsp:cNvPr id="0" name=""/>
        <dsp:cNvSpPr/>
      </dsp:nvSpPr>
      <dsp:spPr>
        <a:xfrm>
          <a:off x="2124711" y="350075"/>
          <a:ext cx="594397" cy="59420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211758" y="437095"/>
        <a:ext cx="420303" cy="420167"/>
      </dsp:txXfrm>
    </dsp:sp>
    <dsp:sp modelId="{73249667-6BFF-401F-B2CA-B850D1AB3F86}">
      <dsp:nvSpPr>
        <dsp:cNvPr id="0" name=""/>
        <dsp:cNvSpPr/>
      </dsp:nvSpPr>
      <dsp:spPr>
        <a:xfrm>
          <a:off x="1859598" y="760332"/>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E48FD7-9899-47C9-A935-6979EC49423A}">
      <dsp:nvSpPr>
        <dsp:cNvPr id="0" name=""/>
        <dsp:cNvSpPr/>
      </dsp:nvSpPr>
      <dsp:spPr>
        <a:xfrm>
          <a:off x="0" y="1747888"/>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BCF55E-D5B9-4B39-8C73-D78A3D0593C2}">
      <dsp:nvSpPr>
        <dsp:cNvPr id="0" name=""/>
        <dsp:cNvSpPr/>
      </dsp:nvSpPr>
      <dsp:spPr>
        <a:xfrm>
          <a:off x="1174111" y="1580164"/>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5BAA7F-9E33-45EE-AF51-034888971E92}">
      <dsp:nvSpPr>
        <dsp:cNvPr id="0" name=""/>
        <dsp:cNvSpPr/>
      </dsp:nvSpPr>
      <dsp:spPr>
        <a:xfrm>
          <a:off x="6341"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Scrape</a:t>
          </a:r>
        </a:p>
      </dsp:txBody>
      <dsp:txXfrm>
        <a:off x="39652" y="1202015"/>
        <a:ext cx="1828896" cy="1070688"/>
      </dsp:txXfrm>
    </dsp:sp>
    <dsp:sp modelId="{10BD7ABE-FAE1-47DF-B8CC-588111007C1E}">
      <dsp:nvSpPr>
        <dsp:cNvPr id="0" name=""/>
        <dsp:cNvSpPr/>
      </dsp:nvSpPr>
      <dsp:spPr>
        <a:xfrm>
          <a:off x="2091411" y="1502315"/>
          <a:ext cx="401849" cy="47008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2091411" y="1596333"/>
        <a:ext cx="281294" cy="282052"/>
      </dsp:txXfrm>
    </dsp:sp>
    <dsp:sp modelId="{2E17B990-8613-49B6-AF72-1051257F909A}">
      <dsp:nvSpPr>
        <dsp:cNvPr id="0" name=""/>
        <dsp:cNvSpPr/>
      </dsp:nvSpPr>
      <dsp:spPr>
        <a:xfrm>
          <a:off x="2660067"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Chunk</a:t>
          </a:r>
        </a:p>
      </dsp:txBody>
      <dsp:txXfrm>
        <a:off x="2693378" y="1202015"/>
        <a:ext cx="1828896" cy="1070688"/>
      </dsp:txXfrm>
    </dsp:sp>
    <dsp:sp modelId="{F47CDD83-E97B-4026-BE72-C4A3A56792D6}">
      <dsp:nvSpPr>
        <dsp:cNvPr id="0" name=""/>
        <dsp:cNvSpPr/>
      </dsp:nvSpPr>
      <dsp:spPr>
        <a:xfrm>
          <a:off x="4745137" y="1502315"/>
          <a:ext cx="401849" cy="47008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4745137" y="1596333"/>
        <a:ext cx="281294" cy="282052"/>
      </dsp:txXfrm>
    </dsp:sp>
    <dsp:sp modelId="{543024E2-7749-482A-8AFA-BAF31E7DD926}">
      <dsp:nvSpPr>
        <dsp:cNvPr id="0" name=""/>
        <dsp:cNvSpPr/>
      </dsp:nvSpPr>
      <dsp:spPr>
        <a:xfrm>
          <a:off x="5313792"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Embed</a:t>
          </a:r>
        </a:p>
      </dsp:txBody>
      <dsp:txXfrm>
        <a:off x="5347103" y="1202015"/>
        <a:ext cx="1828896" cy="107068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5BAA7F-9E33-45EE-AF51-034888971E92}">
      <dsp:nvSpPr>
        <dsp:cNvPr id="0" name=""/>
        <dsp:cNvSpPr/>
      </dsp:nvSpPr>
      <dsp:spPr>
        <a:xfrm>
          <a:off x="6675" y="1138772"/>
          <a:ext cx="1995291" cy="1197174"/>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sp3d extrusionH="28000" prstMaterial="matte"/>
        </a:bodyPr>
        <a:lstStyle/>
        <a:p>
          <a:pPr marL="0" lvl="0" indent="0" algn="ctr" defTabSz="1733550">
            <a:lnSpc>
              <a:spcPct val="90000"/>
            </a:lnSpc>
            <a:spcBef>
              <a:spcPct val="0"/>
            </a:spcBef>
            <a:spcAft>
              <a:spcPct val="35000"/>
            </a:spcAft>
            <a:buNone/>
          </a:pPr>
          <a:r>
            <a:rPr lang="en-US" sz="3900" kern="1200" dirty="0"/>
            <a:t>Prompt</a:t>
          </a:r>
        </a:p>
      </dsp:txBody>
      <dsp:txXfrm>
        <a:off x="41739" y="1173836"/>
        <a:ext cx="1925163" cy="1127046"/>
      </dsp:txXfrm>
    </dsp:sp>
    <dsp:sp modelId="{10BD7ABE-FAE1-47DF-B8CC-588111007C1E}">
      <dsp:nvSpPr>
        <dsp:cNvPr id="0" name=""/>
        <dsp:cNvSpPr/>
      </dsp:nvSpPr>
      <dsp:spPr>
        <a:xfrm>
          <a:off x="2201496" y="1489943"/>
          <a:ext cx="423001" cy="494832"/>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2201496" y="1588909"/>
        <a:ext cx="296101" cy="296900"/>
      </dsp:txXfrm>
    </dsp:sp>
    <dsp:sp modelId="{2E17B990-8613-49B6-AF72-1051257F909A}">
      <dsp:nvSpPr>
        <dsp:cNvPr id="0" name=""/>
        <dsp:cNvSpPr/>
      </dsp:nvSpPr>
      <dsp:spPr>
        <a:xfrm>
          <a:off x="2800083" y="1138772"/>
          <a:ext cx="1995291" cy="1197174"/>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sp3d extrusionH="28000" prstMaterial="matte"/>
        </a:bodyPr>
        <a:lstStyle/>
        <a:p>
          <a:pPr marL="0" lvl="0" indent="0" algn="ctr" defTabSz="1733550">
            <a:lnSpc>
              <a:spcPct val="90000"/>
            </a:lnSpc>
            <a:spcBef>
              <a:spcPct val="0"/>
            </a:spcBef>
            <a:spcAft>
              <a:spcPct val="35000"/>
            </a:spcAft>
            <a:buNone/>
          </a:pPr>
          <a:r>
            <a:rPr lang="en-US" sz="3900" kern="1200" dirty="0"/>
            <a:t>Embed</a:t>
          </a:r>
        </a:p>
      </dsp:txBody>
      <dsp:txXfrm>
        <a:off x="2835147" y="1173836"/>
        <a:ext cx="1925163" cy="1127046"/>
      </dsp:txXfrm>
    </dsp:sp>
    <dsp:sp modelId="{F47CDD83-E97B-4026-BE72-C4A3A56792D6}">
      <dsp:nvSpPr>
        <dsp:cNvPr id="0" name=""/>
        <dsp:cNvSpPr/>
      </dsp:nvSpPr>
      <dsp:spPr>
        <a:xfrm>
          <a:off x="4996572" y="1489943"/>
          <a:ext cx="426539" cy="494832"/>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996572" y="1588909"/>
        <a:ext cx="298577" cy="296900"/>
      </dsp:txXfrm>
    </dsp:sp>
    <dsp:sp modelId="{543024E2-7749-482A-8AFA-BAF31E7DD926}">
      <dsp:nvSpPr>
        <dsp:cNvPr id="0" name=""/>
        <dsp:cNvSpPr/>
      </dsp:nvSpPr>
      <dsp:spPr>
        <a:xfrm>
          <a:off x="5600166" y="1138772"/>
          <a:ext cx="1995291" cy="1197174"/>
        </a:xfrm>
        <a:prstGeom prst="roundRect">
          <a:avLst>
            <a:gd name="adj" fmla="val 10000"/>
          </a:avLst>
        </a:prstGeom>
        <a:solidFill>
          <a:srgbClr val="92D050"/>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sp3d extrusionH="28000" prstMaterial="matte"/>
        </a:bodyPr>
        <a:lstStyle/>
        <a:p>
          <a:pPr marL="0" lvl="0" indent="0" algn="ctr" defTabSz="1733550">
            <a:lnSpc>
              <a:spcPct val="90000"/>
            </a:lnSpc>
            <a:spcBef>
              <a:spcPct val="0"/>
            </a:spcBef>
            <a:spcAft>
              <a:spcPct val="35000"/>
            </a:spcAft>
            <a:buNone/>
          </a:pPr>
          <a:r>
            <a:rPr lang="en-US" sz="3900" kern="1200" dirty="0"/>
            <a:t>Search</a:t>
          </a:r>
        </a:p>
      </dsp:txBody>
      <dsp:txXfrm>
        <a:off x="5635230" y="1173836"/>
        <a:ext cx="1925163" cy="112704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AE08E6-73CC-4573-B71C-56304B469124}">
      <dsp:nvSpPr>
        <dsp:cNvPr id="0" name=""/>
        <dsp:cNvSpPr/>
      </dsp:nvSpPr>
      <dsp:spPr>
        <a:xfrm>
          <a:off x="512823" y="365788"/>
          <a:ext cx="1462064" cy="146203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Vector</a:t>
          </a:r>
        </a:p>
        <a:p>
          <a:pPr marL="0" lvl="0" indent="0" algn="ctr" defTabSz="1022350">
            <a:lnSpc>
              <a:spcPct val="90000"/>
            </a:lnSpc>
            <a:spcBef>
              <a:spcPct val="0"/>
            </a:spcBef>
            <a:spcAft>
              <a:spcPct val="35000"/>
            </a:spcAft>
            <a:buNone/>
          </a:pPr>
          <a:r>
            <a:rPr lang="en-US" sz="2300" kern="1200" dirty="0"/>
            <a:t>DB</a:t>
          </a:r>
        </a:p>
      </dsp:txBody>
      <dsp:txXfrm>
        <a:off x="726937" y="579898"/>
        <a:ext cx="1033836" cy="1033813"/>
      </dsp:txXfrm>
    </dsp:sp>
    <dsp:sp modelId="{A6DA4ED0-9BBD-4C7D-975C-D878026588D8}">
      <dsp:nvSpPr>
        <dsp:cNvPr id="0" name=""/>
        <dsp:cNvSpPr/>
      </dsp:nvSpPr>
      <dsp:spPr>
        <a:xfrm>
          <a:off x="1347046" y="299177"/>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572360-5085-4433-BC20-D6E7852D26FA}">
      <dsp:nvSpPr>
        <dsp:cNvPr id="0" name=""/>
        <dsp:cNvSpPr/>
      </dsp:nvSpPr>
      <dsp:spPr>
        <a:xfrm>
          <a:off x="962020" y="1719194"/>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1B8F50-AAB2-49C0-BF08-DBCEA2F4D078}">
      <dsp:nvSpPr>
        <dsp:cNvPr id="0" name=""/>
        <dsp:cNvSpPr/>
      </dsp:nvSpPr>
      <dsp:spPr>
        <a:xfrm>
          <a:off x="2068970" y="959142"/>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AD8755-BF3D-4D3A-924D-235D7A43B3F6}">
      <dsp:nvSpPr>
        <dsp:cNvPr id="0" name=""/>
        <dsp:cNvSpPr/>
      </dsp:nvSpPr>
      <dsp:spPr>
        <a:xfrm>
          <a:off x="1505570" y="1844560"/>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ACA4A6-F918-48DB-96F0-B49EC43467F6}">
      <dsp:nvSpPr>
        <dsp:cNvPr id="0" name=""/>
        <dsp:cNvSpPr/>
      </dsp:nvSpPr>
      <dsp:spPr>
        <a:xfrm>
          <a:off x="995465" y="530267"/>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8DB9E5-D949-41EB-9FBB-EEA0A37D6900}">
      <dsp:nvSpPr>
        <dsp:cNvPr id="0" name=""/>
        <dsp:cNvSpPr/>
      </dsp:nvSpPr>
      <dsp:spPr>
        <a:xfrm>
          <a:off x="624307" y="1204408"/>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A16AD9-A3E9-4655-A9A4-B7B6016D64B9}">
      <dsp:nvSpPr>
        <dsp:cNvPr id="0" name=""/>
        <dsp:cNvSpPr/>
      </dsp:nvSpPr>
      <dsp:spPr>
        <a:xfrm>
          <a:off x="56013" y="629672"/>
          <a:ext cx="594397" cy="59420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43060" y="716692"/>
        <a:ext cx="420303" cy="420167"/>
      </dsp:txXfrm>
    </dsp:sp>
    <dsp:sp modelId="{B86BAAD6-C908-4C45-B18E-5C588284EA45}">
      <dsp:nvSpPr>
        <dsp:cNvPr id="0" name=""/>
        <dsp:cNvSpPr/>
      </dsp:nvSpPr>
      <dsp:spPr>
        <a:xfrm>
          <a:off x="1182540" y="535391"/>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23FFDB-CC4F-4C3C-906E-D635B1C4C5F2}">
      <dsp:nvSpPr>
        <dsp:cNvPr id="0" name=""/>
        <dsp:cNvSpPr/>
      </dsp:nvSpPr>
      <dsp:spPr>
        <a:xfrm>
          <a:off x="111755" y="1398093"/>
          <a:ext cx="293935" cy="29394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2693448-0161-407E-AFB2-A23825120CE3}">
      <dsp:nvSpPr>
        <dsp:cNvPr id="0" name=""/>
        <dsp:cNvSpPr/>
      </dsp:nvSpPr>
      <dsp:spPr>
        <a:xfrm>
          <a:off x="2124711" y="350075"/>
          <a:ext cx="594397" cy="59420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211758" y="437095"/>
        <a:ext cx="420303" cy="420167"/>
      </dsp:txXfrm>
    </dsp:sp>
    <dsp:sp modelId="{73249667-6BFF-401F-B2CA-B850D1AB3F86}">
      <dsp:nvSpPr>
        <dsp:cNvPr id="0" name=""/>
        <dsp:cNvSpPr/>
      </dsp:nvSpPr>
      <dsp:spPr>
        <a:xfrm>
          <a:off x="1859598" y="760332"/>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E48FD7-9899-47C9-A935-6979EC49423A}">
      <dsp:nvSpPr>
        <dsp:cNvPr id="0" name=""/>
        <dsp:cNvSpPr/>
      </dsp:nvSpPr>
      <dsp:spPr>
        <a:xfrm>
          <a:off x="0" y="1747888"/>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BCF55E-D5B9-4B39-8C73-D78A3D0593C2}">
      <dsp:nvSpPr>
        <dsp:cNvPr id="0" name=""/>
        <dsp:cNvSpPr/>
      </dsp:nvSpPr>
      <dsp:spPr>
        <a:xfrm>
          <a:off x="1174111" y="1580164"/>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5BAA7F-9E33-45EE-AF51-034888971E92}">
      <dsp:nvSpPr>
        <dsp:cNvPr id="0" name=""/>
        <dsp:cNvSpPr/>
      </dsp:nvSpPr>
      <dsp:spPr>
        <a:xfrm>
          <a:off x="6341"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Scrape</a:t>
          </a:r>
        </a:p>
      </dsp:txBody>
      <dsp:txXfrm>
        <a:off x="39652" y="1202015"/>
        <a:ext cx="1828896" cy="1070688"/>
      </dsp:txXfrm>
    </dsp:sp>
    <dsp:sp modelId="{10BD7ABE-FAE1-47DF-B8CC-588111007C1E}">
      <dsp:nvSpPr>
        <dsp:cNvPr id="0" name=""/>
        <dsp:cNvSpPr/>
      </dsp:nvSpPr>
      <dsp:spPr>
        <a:xfrm>
          <a:off x="2091411" y="1502315"/>
          <a:ext cx="401849" cy="47008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2091411" y="1596333"/>
        <a:ext cx="281294" cy="282052"/>
      </dsp:txXfrm>
    </dsp:sp>
    <dsp:sp modelId="{2E17B990-8613-49B6-AF72-1051257F909A}">
      <dsp:nvSpPr>
        <dsp:cNvPr id="0" name=""/>
        <dsp:cNvSpPr/>
      </dsp:nvSpPr>
      <dsp:spPr>
        <a:xfrm>
          <a:off x="2660067"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Chunk</a:t>
          </a:r>
        </a:p>
      </dsp:txBody>
      <dsp:txXfrm>
        <a:off x="2693378" y="1202015"/>
        <a:ext cx="1828896" cy="1070688"/>
      </dsp:txXfrm>
    </dsp:sp>
    <dsp:sp modelId="{F47CDD83-E97B-4026-BE72-C4A3A56792D6}">
      <dsp:nvSpPr>
        <dsp:cNvPr id="0" name=""/>
        <dsp:cNvSpPr/>
      </dsp:nvSpPr>
      <dsp:spPr>
        <a:xfrm>
          <a:off x="4745137" y="1502315"/>
          <a:ext cx="401849" cy="47008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4745137" y="1596333"/>
        <a:ext cx="281294" cy="282052"/>
      </dsp:txXfrm>
    </dsp:sp>
    <dsp:sp modelId="{543024E2-7749-482A-8AFA-BAF31E7DD926}">
      <dsp:nvSpPr>
        <dsp:cNvPr id="0" name=""/>
        <dsp:cNvSpPr/>
      </dsp:nvSpPr>
      <dsp:spPr>
        <a:xfrm>
          <a:off x="5313792"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Embed</a:t>
          </a:r>
        </a:p>
      </dsp:txBody>
      <dsp:txXfrm>
        <a:off x="5347103" y="1202015"/>
        <a:ext cx="1828896" cy="107068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5BAA7F-9E33-45EE-AF51-034888971E92}">
      <dsp:nvSpPr>
        <dsp:cNvPr id="0" name=""/>
        <dsp:cNvSpPr/>
      </dsp:nvSpPr>
      <dsp:spPr>
        <a:xfrm>
          <a:off x="6675" y="1138772"/>
          <a:ext cx="1995291" cy="1197174"/>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sp3d extrusionH="28000" prstMaterial="matte"/>
        </a:bodyPr>
        <a:lstStyle/>
        <a:p>
          <a:pPr marL="0" lvl="0" indent="0" algn="ctr" defTabSz="1733550">
            <a:lnSpc>
              <a:spcPct val="90000"/>
            </a:lnSpc>
            <a:spcBef>
              <a:spcPct val="0"/>
            </a:spcBef>
            <a:spcAft>
              <a:spcPct val="35000"/>
            </a:spcAft>
            <a:buNone/>
          </a:pPr>
          <a:r>
            <a:rPr lang="en-US" sz="3900" kern="1200" dirty="0"/>
            <a:t>Prompt</a:t>
          </a:r>
        </a:p>
      </dsp:txBody>
      <dsp:txXfrm>
        <a:off x="41739" y="1173836"/>
        <a:ext cx="1925163" cy="1127046"/>
      </dsp:txXfrm>
    </dsp:sp>
    <dsp:sp modelId="{10BD7ABE-FAE1-47DF-B8CC-588111007C1E}">
      <dsp:nvSpPr>
        <dsp:cNvPr id="0" name=""/>
        <dsp:cNvSpPr/>
      </dsp:nvSpPr>
      <dsp:spPr>
        <a:xfrm>
          <a:off x="2201496" y="1489943"/>
          <a:ext cx="423001" cy="494832"/>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2201496" y="1588909"/>
        <a:ext cx="296101" cy="296900"/>
      </dsp:txXfrm>
    </dsp:sp>
    <dsp:sp modelId="{2E17B990-8613-49B6-AF72-1051257F909A}">
      <dsp:nvSpPr>
        <dsp:cNvPr id="0" name=""/>
        <dsp:cNvSpPr/>
      </dsp:nvSpPr>
      <dsp:spPr>
        <a:xfrm>
          <a:off x="2800083" y="1138772"/>
          <a:ext cx="1995291" cy="1197174"/>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sp3d extrusionH="28000" prstMaterial="matte"/>
        </a:bodyPr>
        <a:lstStyle/>
        <a:p>
          <a:pPr marL="0" lvl="0" indent="0" algn="ctr" defTabSz="1733550">
            <a:lnSpc>
              <a:spcPct val="90000"/>
            </a:lnSpc>
            <a:spcBef>
              <a:spcPct val="0"/>
            </a:spcBef>
            <a:spcAft>
              <a:spcPct val="35000"/>
            </a:spcAft>
            <a:buNone/>
          </a:pPr>
          <a:r>
            <a:rPr lang="en-US" sz="3900" kern="1200" dirty="0"/>
            <a:t>Embed</a:t>
          </a:r>
        </a:p>
      </dsp:txBody>
      <dsp:txXfrm>
        <a:off x="2835147" y="1173836"/>
        <a:ext cx="1925163" cy="1127046"/>
      </dsp:txXfrm>
    </dsp:sp>
    <dsp:sp modelId="{F47CDD83-E97B-4026-BE72-C4A3A56792D6}">
      <dsp:nvSpPr>
        <dsp:cNvPr id="0" name=""/>
        <dsp:cNvSpPr/>
      </dsp:nvSpPr>
      <dsp:spPr>
        <a:xfrm>
          <a:off x="4996572" y="1489943"/>
          <a:ext cx="426539" cy="494832"/>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996572" y="1588909"/>
        <a:ext cx="298577" cy="296900"/>
      </dsp:txXfrm>
    </dsp:sp>
    <dsp:sp modelId="{543024E2-7749-482A-8AFA-BAF31E7DD926}">
      <dsp:nvSpPr>
        <dsp:cNvPr id="0" name=""/>
        <dsp:cNvSpPr/>
      </dsp:nvSpPr>
      <dsp:spPr>
        <a:xfrm>
          <a:off x="5600166" y="1138772"/>
          <a:ext cx="1995291" cy="1197174"/>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sp3d extrusionH="28000" prstMaterial="matte"/>
        </a:bodyPr>
        <a:lstStyle/>
        <a:p>
          <a:pPr marL="0" lvl="0" indent="0" algn="ctr" defTabSz="1733550">
            <a:lnSpc>
              <a:spcPct val="90000"/>
            </a:lnSpc>
            <a:spcBef>
              <a:spcPct val="0"/>
            </a:spcBef>
            <a:spcAft>
              <a:spcPct val="35000"/>
            </a:spcAft>
            <a:buNone/>
          </a:pPr>
          <a:r>
            <a:rPr lang="en-US" sz="3900" kern="1200" dirty="0"/>
            <a:t>Search</a:t>
          </a:r>
        </a:p>
      </dsp:txBody>
      <dsp:txXfrm>
        <a:off x="5635230" y="1173836"/>
        <a:ext cx="1925163" cy="1127046"/>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5BAA7F-9E33-45EE-AF51-034888971E92}">
      <dsp:nvSpPr>
        <dsp:cNvPr id="0" name=""/>
        <dsp:cNvSpPr/>
      </dsp:nvSpPr>
      <dsp:spPr>
        <a:xfrm>
          <a:off x="7154" y="1137593"/>
          <a:ext cx="2138339" cy="1283003"/>
        </a:xfrm>
        <a:prstGeom prst="roundRect">
          <a:avLst>
            <a:gd name="adj" fmla="val 10000"/>
          </a:avLst>
        </a:prstGeom>
        <a:solidFill>
          <a:srgbClr val="92D050"/>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86690" tIns="186690" rIns="186690" bIns="186690" numCol="1" spcCol="1270" anchor="ctr" anchorCtr="0">
          <a:noAutofit/>
          <a:sp3d extrusionH="28000" prstMaterial="matte"/>
        </a:bodyPr>
        <a:lstStyle/>
        <a:p>
          <a:pPr marL="0" lvl="0" indent="0" algn="ctr" defTabSz="2178050">
            <a:lnSpc>
              <a:spcPct val="90000"/>
            </a:lnSpc>
            <a:spcBef>
              <a:spcPct val="0"/>
            </a:spcBef>
            <a:spcAft>
              <a:spcPct val="35000"/>
            </a:spcAft>
            <a:buNone/>
          </a:pPr>
          <a:r>
            <a:rPr lang="en-US" sz="4900" kern="1200" dirty="0"/>
            <a:t>Seed</a:t>
          </a:r>
        </a:p>
      </dsp:txBody>
      <dsp:txXfrm>
        <a:off x="44732" y="1175171"/>
        <a:ext cx="2063183" cy="1207847"/>
      </dsp:txXfrm>
    </dsp:sp>
    <dsp:sp modelId="{10BD7ABE-FAE1-47DF-B8CC-588111007C1E}">
      <dsp:nvSpPr>
        <dsp:cNvPr id="0" name=""/>
        <dsp:cNvSpPr/>
      </dsp:nvSpPr>
      <dsp:spPr>
        <a:xfrm>
          <a:off x="2359327" y="1513940"/>
          <a:ext cx="453327" cy="53030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2359327" y="1620002"/>
        <a:ext cx="317329" cy="318184"/>
      </dsp:txXfrm>
    </dsp:sp>
    <dsp:sp modelId="{2E17B990-8613-49B6-AF72-1051257F909A}">
      <dsp:nvSpPr>
        <dsp:cNvPr id="0" name=""/>
        <dsp:cNvSpPr/>
      </dsp:nvSpPr>
      <dsp:spPr>
        <a:xfrm>
          <a:off x="3000829" y="1137593"/>
          <a:ext cx="2138339" cy="1283003"/>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86690" tIns="186690" rIns="186690" bIns="186690" numCol="1" spcCol="1270" anchor="ctr" anchorCtr="0">
          <a:noAutofit/>
          <a:sp3d extrusionH="28000" prstMaterial="matte"/>
        </a:bodyPr>
        <a:lstStyle/>
        <a:p>
          <a:pPr marL="0" lvl="0" indent="0" algn="ctr" defTabSz="2178050">
            <a:lnSpc>
              <a:spcPct val="90000"/>
            </a:lnSpc>
            <a:spcBef>
              <a:spcPct val="0"/>
            </a:spcBef>
            <a:spcAft>
              <a:spcPct val="35000"/>
            </a:spcAft>
            <a:buNone/>
          </a:pPr>
          <a:r>
            <a:rPr lang="en-US" sz="4900" kern="1200" dirty="0"/>
            <a:t>Infer</a:t>
          </a:r>
        </a:p>
      </dsp:txBody>
      <dsp:txXfrm>
        <a:off x="3038407" y="1175171"/>
        <a:ext cx="2063183" cy="1207847"/>
      </dsp:txXfrm>
    </dsp:sp>
    <dsp:sp modelId="{F47CDD83-E97B-4026-BE72-C4A3A56792D6}">
      <dsp:nvSpPr>
        <dsp:cNvPr id="0" name=""/>
        <dsp:cNvSpPr/>
      </dsp:nvSpPr>
      <dsp:spPr>
        <a:xfrm>
          <a:off x="5353002" y="1513940"/>
          <a:ext cx="453327" cy="53030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5353002" y="1620002"/>
        <a:ext cx="317329" cy="318184"/>
      </dsp:txXfrm>
    </dsp:sp>
    <dsp:sp modelId="{543024E2-7749-482A-8AFA-BAF31E7DD926}">
      <dsp:nvSpPr>
        <dsp:cNvPr id="0" name=""/>
        <dsp:cNvSpPr/>
      </dsp:nvSpPr>
      <dsp:spPr>
        <a:xfrm>
          <a:off x="5994504" y="1137593"/>
          <a:ext cx="2138339" cy="1283003"/>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86690" tIns="186690" rIns="186690" bIns="186690" numCol="1" spcCol="1270" anchor="ctr" anchorCtr="0">
          <a:noAutofit/>
          <a:sp3d extrusionH="28000" prstMaterial="matte"/>
        </a:bodyPr>
        <a:lstStyle/>
        <a:p>
          <a:pPr marL="0" lvl="0" indent="0" algn="ctr" defTabSz="2178050">
            <a:lnSpc>
              <a:spcPct val="90000"/>
            </a:lnSpc>
            <a:spcBef>
              <a:spcPct val="0"/>
            </a:spcBef>
            <a:spcAft>
              <a:spcPct val="35000"/>
            </a:spcAft>
            <a:buNone/>
          </a:pPr>
          <a:r>
            <a:rPr lang="en-US" sz="4900" kern="1200" dirty="0"/>
            <a:t>Token</a:t>
          </a:r>
        </a:p>
      </dsp:txBody>
      <dsp:txXfrm>
        <a:off x="6032082" y="1175171"/>
        <a:ext cx="2063183" cy="1207847"/>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AE08E6-73CC-4573-B71C-56304B469124}">
      <dsp:nvSpPr>
        <dsp:cNvPr id="0" name=""/>
        <dsp:cNvSpPr/>
      </dsp:nvSpPr>
      <dsp:spPr>
        <a:xfrm>
          <a:off x="512823" y="365788"/>
          <a:ext cx="1462064" cy="146203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Vector</a:t>
          </a:r>
        </a:p>
        <a:p>
          <a:pPr marL="0" lvl="0" indent="0" algn="ctr" defTabSz="1022350">
            <a:lnSpc>
              <a:spcPct val="90000"/>
            </a:lnSpc>
            <a:spcBef>
              <a:spcPct val="0"/>
            </a:spcBef>
            <a:spcAft>
              <a:spcPct val="35000"/>
            </a:spcAft>
            <a:buNone/>
          </a:pPr>
          <a:r>
            <a:rPr lang="en-US" sz="2300" kern="1200" dirty="0"/>
            <a:t>DB</a:t>
          </a:r>
        </a:p>
      </dsp:txBody>
      <dsp:txXfrm>
        <a:off x="726937" y="579898"/>
        <a:ext cx="1033836" cy="1033813"/>
      </dsp:txXfrm>
    </dsp:sp>
    <dsp:sp modelId="{A6DA4ED0-9BBD-4C7D-975C-D878026588D8}">
      <dsp:nvSpPr>
        <dsp:cNvPr id="0" name=""/>
        <dsp:cNvSpPr/>
      </dsp:nvSpPr>
      <dsp:spPr>
        <a:xfrm>
          <a:off x="1347046" y="299177"/>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572360-5085-4433-BC20-D6E7852D26FA}">
      <dsp:nvSpPr>
        <dsp:cNvPr id="0" name=""/>
        <dsp:cNvSpPr/>
      </dsp:nvSpPr>
      <dsp:spPr>
        <a:xfrm>
          <a:off x="962020" y="1719194"/>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1B8F50-AAB2-49C0-BF08-DBCEA2F4D078}">
      <dsp:nvSpPr>
        <dsp:cNvPr id="0" name=""/>
        <dsp:cNvSpPr/>
      </dsp:nvSpPr>
      <dsp:spPr>
        <a:xfrm>
          <a:off x="2068970" y="959142"/>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AD8755-BF3D-4D3A-924D-235D7A43B3F6}">
      <dsp:nvSpPr>
        <dsp:cNvPr id="0" name=""/>
        <dsp:cNvSpPr/>
      </dsp:nvSpPr>
      <dsp:spPr>
        <a:xfrm>
          <a:off x="1505570" y="1844560"/>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ACA4A6-F918-48DB-96F0-B49EC43467F6}">
      <dsp:nvSpPr>
        <dsp:cNvPr id="0" name=""/>
        <dsp:cNvSpPr/>
      </dsp:nvSpPr>
      <dsp:spPr>
        <a:xfrm>
          <a:off x="995465" y="530267"/>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8DB9E5-D949-41EB-9FBB-EEA0A37D6900}">
      <dsp:nvSpPr>
        <dsp:cNvPr id="0" name=""/>
        <dsp:cNvSpPr/>
      </dsp:nvSpPr>
      <dsp:spPr>
        <a:xfrm>
          <a:off x="624307" y="1204408"/>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A16AD9-A3E9-4655-A9A4-B7B6016D64B9}">
      <dsp:nvSpPr>
        <dsp:cNvPr id="0" name=""/>
        <dsp:cNvSpPr/>
      </dsp:nvSpPr>
      <dsp:spPr>
        <a:xfrm>
          <a:off x="56013" y="629672"/>
          <a:ext cx="594397" cy="59420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43060" y="716692"/>
        <a:ext cx="420303" cy="420167"/>
      </dsp:txXfrm>
    </dsp:sp>
    <dsp:sp modelId="{B86BAAD6-C908-4C45-B18E-5C588284EA45}">
      <dsp:nvSpPr>
        <dsp:cNvPr id="0" name=""/>
        <dsp:cNvSpPr/>
      </dsp:nvSpPr>
      <dsp:spPr>
        <a:xfrm>
          <a:off x="1182540" y="535391"/>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23FFDB-CC4F-4C3C-906E-D635B1C4C5F2}">
      <dsp:nvSpPr>
        <dsp:cNvPr id="0" name=""/>
        <dsp:cNvSpPr/>
      </dsp:nvSpPr>
      <dsp:spPr>
        <a:xfrm>
          <a:off x="111755" y="1398093"/>
          <a:ext cx="293935" cy="29394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2693448-0161-407E-AFB2-A23825120CE3}">
      <dsp:nvSpPr>
        <dsp:cNvPr id="0" name=""/>
        <dsp:cNvSpPr/>
      </dsp:nvSpPr>
      <dsp:spPr>
        <a:xfrm>
          <a:off x="2124711" y="350075"/>
          <a:ext cx="594397" cy="59420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211758" y="437095"/>
        <a:ext cx="420303" cy="420167"/>
      </dsp:txXfrm>
    </dsp:sp>
    <dsp:sp modelId="{73249667-6BFF-401F-B2CA-B850D1AB3F86}">
      <dsp:nvSpPr>
        <dsp:cNvPr id="0" name=""/>
        <dsp:cNvSpPr/>
      </dsp:nvSpPr>
      <dsp:spPr>
        <a:xfrm>
          <a:off x="1859598" y="760332"/>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E48FD7-9899-47C9-A935-6979EC49423A}">
      <dsp:nvSpPr>
        <dsp:cNvPr id="0" name=""/>
        <dsp:cNvSpPr/>
      </dsp:nvSpPr>
      <dsp:spPr>
        <a:xfrm>
          <a:off x="0" y="1747888"/>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BCF55E-D5B9-4B39-8C73-D78A3D0593C2}">
      <dsp:nvSpPr>
        <dsp:cNvPr id="0" name=""/>
        <dsp:cNvSpPr/>
      </dsp:nvSpPr>
      <dsp:spPr>
        <a:xfrm>
          <a:off x="1174111" y="1580164"/>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5BAA7F-9E33-45EE-AF51-034888971E92}">
      <dsp:nvSpPr>
        <dsp:cNvPr id="0" name=""/>
        <dsp:cNvSpPr/>
      </dsp:nvSpPr>
      <dsp:spPr>
        <a:xfrm>
          <a:off x="6341"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Scrape</a:t>
          </a:r>
        </a:p>
      </dsp:txBody>
      <dsp:txXfrm>
        <a:off x="39652" y="1202015"/>
        <a:ext cx="1828896" cy="1070688"/>
      </dsp:txXfrm>
    </dsp:sp>
    <dsp:sp modelId="{10BD7ABE-FAE1-47DF-B8CC-588111007C1E}">
      <dsp:nvSpPr>
        <dsp:cNvPr id="0" name=""/>
        <dsp:cNvSpPr/>
      </dsp:nvSpPr>
      <dsp:spPr>
        <a:xfrm>
          <a:off x="2091411" y="1502315"/>
          <a:ext cx="401849" cy="47008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2091411" y="1596333"/>
        <a:ext cx="281294" cy="282052"/>
      </dsp:txXfrm>
    </dsp:sp>
    <dsp:sp modelId="{2E17B990-8613-49B6-AF72-1051257F909A}">
      <dsp:nvSpPr>
        <dsp:cNvPr id="0" name=""/>
        <dsp:cNvSpPr/>
      </dsp:nvSpPr>
      <dsp:spPr>
        <a:xfrm>
          <a:off x="2660067"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Chunk</a:t>
          </a:r>
        </a:p>
      </dsp:txBody>
      <dsp:txXfrm>
        <a:off x="2693378" y="1202015"/>
        <a:ext cx="1828896" cy="1070688"/>
      </dsp:txXfrm>
    </dsp:sp>
    <dsp:sp modelId="{F47CDD83-E97B-4026-BE72-C4A3A56792D6}">
      <dsp:nvSpPr>
        <dsp:cNvPr id="0" name=""/>
        <dsp:cNvSpPr/>
      </dsp:nvSpPr>
      <dsp:spPr>
        <a:xfrm>
          <a:off x="4745137" y="1502315"/>
          <a:ext cx="401849" cy="47008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4745137" y="1596333"/>
        <a:ext cx="281294" cy="282052"/>
      </dsp:txXfrm>
    </dsp:sp>
    <dsp:sp modelId="{543024E2-7749-482A-8AFA-BAF31E7DD926}">
      <dsp:nvSpPr>
        <dsp:cNvPr id="0" name=""/>
        <dsp:cNvSpPr/>
      </dsp:nvSpPr>
      <dsp:spPr>
        <a:xfrm>
          <a:off x="5313792"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Embed</a:t>
          </a:r>
        </a:p>
      </dsp:txBody>
      <dsp:txXfrm>
        <a:off x="5347103" y="1202015"/>
        <a:ext cx="1828896" cy="1070688"/>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5BAA7F-9E33-45EE-AF51-034888971E92}">
      <dsp:nvSpPr>
        <dsp:cNvPr id="0" name=""/>
        <dsp:cNvSpPr/>
      </dsp:nvSpPr>
      <dsp:spPr>
        <a:xfrm>
          <a:off x="6675" y="1138772"/>
          <a:ext cx="1995291" cy="1197174"/>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sp3d extrusionH="28000" prstMaterial="matte"/>
        </a:bodyPr>
        <a:lstStyle/>
        <a:p>
          <a:pPr marL="0" lvl="0" indent="0" algn="ctr" defTabSz="1733550">
            <a:lnSpc>
              <a:spcPct val="90000"/>
            </a:lnSpc>
            <a:spcBef>
              <a:spcPct val="0"/>
            </a:spcBef>
            <a:spcAft>
              <a:spcPct val="35000"/>
            </a:spcAft>
            <a:buNone/>
          </a:pPr>
          <a:r>
            <a:rPr lang="en-US" sz="3900" kern="1200" dirty="0"/>
            <a:t>Prompt</a:t>
          </a:r>
        </a:p>
      </dsp:txBody>
      <dsp:txXfrm>
        <a:off x="41739" y="1173836"/>
        <a:ext cx="1925163" cy="1127046"/>
      </dsp:txXfrm>
    </dsp:sp>
    <dsp:sp modelId="{10BD7ABE-FAE1-47DF-B8CC-588111007C1E}">
      <dsp:nvSpPr>
        <dsp:cNvPr id="0" name=""/>
        <dsp:cNvSpPr/>
      </dsp:nvSpPr>
      <dsp:spPr>
        <a:xfrm>
          <a:off x="2201496" y="1489943"/>
          <a:ext cx="423001" cy="494832"/>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2201496" y="1588909"/>
        <a:ext cx="296101" cy="296900"/>
      </dsp:txXfrm>
    </dsp:sp>
    <dsp:sp modelId="{2E17B990-8613-49B6-AF72-1051257F909A}">
      <dsp:nvSpPr>
        <dsp:cNvPr id="0" name=""/>
        <dsp:cNvSpPr/>
      </dsp:nvSpPr>
      <dsp:spPr>
        <a:xfrm>
          <a:off x="2800083" y="1138772"/>
          <a:ext cx="1995291" cy="1197174"/>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sp3d extrusionH="28000" prstMaterial="matte"/>
        </a:bodyPr>
        <a:lstStyle/>
        <a:p>
          <a:pPr marL="0" lvl="0" indent="0" algn="ctr" defTabSz="1733550">
            <a:lnSpc>
              <a:spcPct val="90000"/>
            </a:lnSpc>
            <a:spcBef>
              <a:spcPct val="0"/>
            </a:spcBef>
            <a:spcAft>
              <a:spcPct val="35000"/>
            </a:spcAft>
            <a:buNone/>
          </a:pPr>
          <a:r>
            <a:rPr lang="en-US" sz="3900" kern="1200" dirty="0"/>
            <a:t>Embed</a:t>
          </a:r>
        </a:p>
      </dsp:txBody>
      <dsp:txXfrm>
        <a:off x="2835147" y="1173836"/>
        <a:ext cx="1925163" cy="1127046"/>
      </dsp:txXfrm>
    </dsp:sp>
    <dsp:sp modelId="{F47CDD83-E97B-4026-BE72-C4A3A56792D6}">
      <dsp:nvSpPr>
        <dsp:cNvPr id="0" name=""/>
        <dsp:cNvSpPr/>
      </dsp:nvSpPr>
      <dsp:spPr>
        <a:xfrm>
          <a:off x="4996572" y="1489943"/>
          <a:ext cx="426539" cy="494832"/>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996572" y="1588909"/>
        <a:ext cx="298577" cy="296900"/>
      </dsp:txXfrm>
    </dsp:sp>
    <dsp:sp modelId="{543024E2-7749-482A-8AFA-BAF31E7DD926}">
      <dsp:nvSpPr>
        <dsp:cNvPr id="0" name=""/>
        <dsp:cNvSpPr/>
      </dsp:nvSpPr>
      <dsp:spPr>
        <a:xfrm>
          <a:off x="5600166" y="1138772"/>
          <a:ext cx="1995291" cy="1197174"/>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sp3d extrusionH="28000" prstMaterial="matte"/>
        </a:bodyPr>
        <a:lstStyle/>
        <a:p>
          <a:pPr marL="0" lvl="0" indent="0" algn="ctr" defTabSz="1733550">
            <a:lnSpc>
              <a:spcPct val="90000"/>
            </a:lnSpc>
            <a:spcBef>
              <a:spcPct val="0"/>
            </a:spcBef>
            <a:spcAft>
              <a:spcPct val="35000"/>
            </a:spcAft>
            <a:buNone/>
          </a:pPr>
          <a:r>
            <a:rPr lang="en-US" sz="3900" kern="1200" dirty="0"/>
            <a:t>Search</a:t>
          </a:r>
        </a:p>
      </dsp:txBody>
      <dsp:txXfrm>
        <a:off x="5635230" y="1173836"/>
        <a:ext cx="1925163" cy="1127046"/>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5BAA7F-9E33-45EE-AF51-034888971E92}">
      <dsp:nvSpPr>
        <dsp:cNvPr id="0" name=""/>
        <dsp:cNvSpPr/>
      </dsp:nvSpPr>
      <dsp:spPr>
        <a:xfrm>
          <a:off x="7154" y="1137593"/>
          <a:ext cx="2138339" cy="1283003"/>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86690" tIns="186690" rIns="186690" bIns="186690" numCol="1" spcCol="1270" anchor="ctr" anchorCtr="0">
          <a:noAutofit/>
          <a:sp3d extrusionH="28000" prstMaterial="matte"/>
        </a:bodyPr>
        <a:lstStyle/>
        <a:p>
          <a:pPr marL="0" lvl="0" indent="0" algn="ctr" defTabSz="2178050">
            <a:lnSpc>
              <a:spcPct val="90000"/>
            </a:lnSpc>
            <a:spcBef>
              <a:spcPct val="0"/>
            </a:spcBef>
            <a:spcAft>
              <a:spcPct val="35000"/>
            </a:spcAft>
            <a:buNone/>
          </a:pPr>
          <a:r>
            <a:rPr lang="en-US" sz="4900" kern="1200" dirty="0"/>
            <a:t>Seed</a:t>
          </a:r>
        </a:p>
      </dsp:txBody>
      <dsp:txXfrm>
        <a:off x="44732" y="1175171"/>
        <a:ext cx="2063183" cy="1207847"/>
      </dsp:txXfrm>
    </dsp:sp>
    <dsp:sp modelId="{10BD7ABE-FAE1-47DF-B8CC-588111007C1E}">
      <dsp:nvSpPr>
        <dsp:cNvPr id="0" name=""/>
        <dsp:cNvSpPr/>
      </dsp:nvSpPr>
      <dsp:spPr>
        <a:xfrm>
          <a:off x="2359327" y="1513940"/>
          <a:ext cx="453327" cy="53030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2359327" y="1620002"/>
        <a:ext cx="317329" cy="318184"/>
      </dsp:txXfrm>
    </dsp:sp>
    <dsp:sp modelId="{2E17B990-8613-49B6-AF72-1051257F909A}">
      <dsp:nvSpPr>
        <dsp:cNvPr id="0" name=""/>
        <dsp:cNvSpPr/>
      </dsp:nvSpPr>
      <dsp:spPr>
        <a:xfrm>
          <a:off x="3000829" y="1137593"/>
          <a:ext cx="2138339" cy="1283003"/>
        </a:xfrm>
        <a:prstGeom prst="roundRect">
          <a:avLst>
            <a:gd name="adj" fmla="val 10000"/>
          </a:avLst>
        </a:prstGeom>
        <a:solidFill>
          <a:srgbClr val="92D050"/>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86690" tIns="186690" rIns="186690" bIns="186690" numCol="1" spcCol="1270" anchor="ctr" anchorCtr="0">
          <a:noAutofit/>
          <a:sp3d extrusionH="28000" prstMaterial="matte"/>
        </a:bodyPr>
        <a:lstStyle/>
        <a:p>
          <a:pPr marL="0" lvl="0" indent="0" algn="ctr" defTabSz="2178050">
            <a:lnSpc>
              <a:spcPct val="90000"/>
            </a:lnSpc>
            <a:spcBef>
              <a:spcPct val="0"/>
            </a:spcBef>
            <a:spcAft>
              <a:spcPct val="35000"/>
            </a:spcAft>
            <a:buNone/>
          </a:pPr>
          <a:r>
            <a:rPr lang="en-US" sz="4900" kern="1200" dirty="0"/>
            <a:t>Infer</a:t>
          </a:r>
        </a:p>
      </dsp:txBody>
      <dsp:txXfrm>
        <a:off x="3038407" y="1175171"/>
        <a:ext cx="2063183" cy="1207847"/>
      </dsp:txXfrm>
    </dsp:sp>
    <dsp:sp modelId="{F47CDD83-E97B-4026-BE72-C4A3A56792D6}">
      <dsp:nvSpPr>
        <dsp:cNvPr id="0" name=""/>
        <dsp:cNvSpPr/>
      </dsp:nvSpPr>
      <dsp:spPr>
        <a:xfrm>
          <a:off x="5353002" y="1513940"/>
          <a:ext cx="453327" cy="53030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5353002" y="1620002"/>
        <a:ext cx="317329" cy="318184"/>
      </dsp:txXfrm>
    </dsp:sp>
    <dsp:sp modelId="{543024E2-7749-482A-8AFA-BAF31E7DD926}">
      <dsp:nvSpPr>
        <dsp:cNvPr id="0" name=""/>
        <dsp:cNvSpPr/>
      </dsp:nvSpPr>
      <dsp:spPr>
        <a:xfrm>
          <a:off x="5994504" y="1137593"/>
          <a:ext cx="2138339" cy="1283003"/>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86690" tIns="186690" rIns="186690" bIns="186690" numCol="1" spcCol="1270" anchor="ctr" anchorCtr="0">
          <a:noAutofit/>
          <a:sp3d extrusionH="28000" prstMaterial="matte"/>
        </a:bodyPr>
        <a:lstStyle/>
        <a:p>
          <a:pPr marL="0" lvl="0" indent="0" algn="ctr" defTabSz="2178050">
            <a:lnSpc>
              <a:spcPct val="90000"/>
            </a:lnSpc>
            <a:spcBef>
              <a:spcPct val="0"/>
            </a:spcBef>
            <a:spcAft>
              <a:spcPct val="35000"/>
            </a:spcAft>
            <a:buNone/>
          </a:pPr>
          <a:r>
            <a:rPr lang="en-US" sz="4900" kern="1200" dirty="0"/>
            <a:t>Token</a:t>
          </a:r>
        </a:p>
      </dsp:txBody>
      <dsp:txXfrm>
        <a:off x="6032082" y="1175171"/>
        <a:ext cx="2063183" cy="1207847"/>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AE08E6-73CC-4573-B71C-56304B469124}">
      <dsp:nvSpPr>
        <dsp:cNvPr id="0" name=""/>
        <dsp:cNvSpPr/>
      </dsp:nvSpPr>
      <dsp:spPr>
        <a:xfrm>
          <a:off x="512823" y="365788"/>
          <a:ext cx="1462064" cy="146203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Vector</a:t>
          </a:r>
        </a:p>
        <a:p>
          <a:pPr marL="0" lvl="0" indent="0" algn="ctr" defTabSz="1022350">
            <a:lnSpc>
              <a:spcPct val="90000"/>
            </a:lnSpc>
            <a:spcBef>
              <a:spcPct val="0"/>
            </a:spcBef>
            <a:spcAft>
              <a:spcPct val="35000"/>
            </a:spcAft>
            <a:buNone/>
          </a:pPr>
          <a:r>
            <a:rPr lang="en-US" sz="2300" kern="1200" dirty="0"/>
            <a:t>DB</a:t>
          </a:r>
        </a:p>
      </dsp:txBody>
      <dsp:txXfrm>
        <a:off x="726937" y="579898"/>
        <a:ext cx="1033836" cy="1033813"/>
      </dsp:txXfrm>
    </dsp:sp>
    <dsp:sp modelId="{A6DA4ED0-9BBD-4C7D-975C-D878026588D8}">
      <dsp:nvSpPr>
        <dsp:cNvPr id="0" name=""/>
        <dsp:cNvSpPr/>
      </dsp:nvSpPr>
      <dsp:spPr>
        <a:xfrm>
          <a:off x="1347046" y="299177"/>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572360-5085-4433-BC20-D6E7852D26FA}">
      <dsp:nvSpPr>
        <dsp:cNvPr id="0" name=""/>
        <dsp:cNvSpPr/>
      </dsp:nvSpPr>
      <dsp:spPr>
        <a:xfrm>
          <a:off x="962020" y="1719194"/>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1B8F50-AAB2-49C0-BF08-DBCEA2F4D078}">
      <dsp:nvSpPr>
        <dsp:cNvPr id="0" name=""/>
        <dsp:cNvSpPr/>
      </dsp:nvSpPr>
      <dsp:spPr>
        <a:xfrm>
          <a:off x="2068970" y="959142"/>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AD8755-BF3D-4D3A-924D-235D7A43B3F6}">
      <dsp:nvSpPr>
        <dsp:cNvPr id="0" name=""/>
        <dsp:cNvSpPr/>
      </dsp:nvSpPr>
      <dsp:spPr>
        <a:xfrm>
          <a:off x="1505570" y="1844560"/>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ACA4A6-F918-48DB-96F0-B49EC43467F6}">
      <dsp:nvSpPr>
        <dsp:cNvPr id="0" name=""/>
        <dsp:cNvSpPr/>
      </dsp:nvSpPr>
      <dsp:spPr>
        <a:xfrm>
          <a:off x="995465" y="530267"/>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8DB9E5-D949-41EB-9FBB-EEA0A37D6900}">
      <dsp:nvSpPr>
        <dsp:cNvPr id="0" name=""/>
        <dsp:cNvSpPr/>
      </dsp:nvSpPr>
      <dsp:spPr>
        <a:xfrm>
          <a:off x="624307" y="1204408"/>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A16AD9-A3E9-4655-A9A4-B7B6016D64B9}">
      <dsp:nvSpPr>
        <dsp:cNvPr id="0" name=""/>
        <dsp:cNvSpPr/>
      </dsp:nvSpPr>
      <dsp:spPr>
        <a:xfrm>
          <a:off x="56013" y="629672"/>
          <a:ext cx="594397" cy="59420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43060" y="716692"/>
        <a:ext cx="420303" cy="420167"/>
      </dsp:txXfrm>
    </dsp:sp>
    <dsp:sp modelId="{B86BAAD6-C908-4C45-B18E-5C588284EA45}">
      <dsp:nvSpPr>
        <dsp:cNvPr id="0" name=""/>
        <dsp:cNvSpPr/>
      </dsp:nvSpPr>
      <dsp:spPr>
        <a:xfrm>
          <a:off x="1182540" y="535391"/>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23FFDB-CC4F-4C3C-906E-D635B1C4C5F2}">
      <dsp:nvSpPr>
        <dsp:cNvPr id="0" name=""/>
        <dsp:cNvSpPr/>
      </dsp:nvSpPr>
      <dsp:spPr>
        <a:xfrm>
          <a:off x="111755" y="1398093"/>
          <a:ext cx="293935" cy="29394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2693448-0161-407E-AFB2-A23825120CE3}">
      <dsp:nvSpPr>
        <dsp:cNvPr id="0" name=""/>
        <dsp:cNvSpPr/>
      </dsp:nvSpPr>
      <dsp:spPr>
        <a:xfrm>
          <a:off x="2124711" y="350075"/>
          <a:ext cx="594397" cy="59420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211758" y="437095"/>
        <a:ext cx="420303" cy="420167"/>
      </dsp:txXfrm>
    </dsp:sp>
    <dsp:sp modelId="{73249667-6BFF-401F-B2CA-B850D1AB3F86}">
      <dsp:nvSpPr>
        <dsp:cNvPr id="0" name=""/>
        <dsp:cNvSpPr/>
      </dsp:nvSpPr>
      <dsp:spPr>
        <a:xfrm>
          <a:off x="1859598" y="760332"/>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E48FD7-9899-47C9-A935-6979EC49423A}">
      <dsp:nvSpPr>
        <dsp:cNvPr id="0" name=""/>
        <dsp:cNvSpPr/>
      </dsp:nvSpPr>
      <dsp:spPr>
        <a:xfrm>
          <a:off x="0" y="1747888"/>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BCF55E-D5B9-4B39-8C73-D78A3D0593C2}">
      <dsp:nvSpPr>
        <dsp:cNvPr id="0" name=""/>
        <dsp:cNvSpPr/>
      </dsp:nvSpPr>
      <dsp:spPr>
        <a:xfrm>
          <a:off x="1174111" y="1580164"/>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5BAA7F-9E33-45EE-AF51-034888971E92}">
      <dsp:nvSpPr>
        <dsp:cNvPr id="0" name=""/>
        <dsp:cNvSpPr/>
      </dsp:nvSpPr>
      <dsp:spPr>
        <a:xfrm>
          <a:off x="6341"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Scrape</a:t>
          </a:r>
        </a:p>
      </dsp:txBody>
      <dsp:txXfrm>
        <a:off x="39652" y="1202015"/>
        <a:ext cx="1828896" cy="1070688"/>
      </dsp:txXfrm>
    </dsp:sp>
    <dsp:sp modelId="{10BD7ABE-FAE1-47DF-B8CC-588111007C1E}">
      <dsp:nvSpPr>
        <dsp:cNvPr id="0" name=""/>
        <dsp:cNvSpPr/>
      </dsp:nvSpPr>
      <dsp:spPr>
        <a:xfrm>
          <a:off x="2091411" y="1502315"/>
          <a:ext cx="401849" cy="47008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2091411" y="1596333"/>
        <a:ext cx="281294" cy="282052"/>
      </dsp:txXfrm>
    </dsp:sp>
    <dsp:sp modelId="{2E17B990-8613-49B6-AF72-1051257F909A}">
      <dsp:nvSpPr>
        <dsp:cNvPr id="0" name=""/>
        <dsp:cNvSpPr/>
      </dsp:nvSpPr>
      <dsp:spPr>
        <a:xfrm>
          <a:off x="2660067"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Chunk</a:t>
          </a:r>
        </a:p>
      </dsp:txBody>
      <dsp:txXfrm>
        <a:off x="2693378" y="1202015"/>
        <a:ext cx="1828896" cy="1070688"/>
      </dsp:txXfrm>
    </dsp:sp>
    <dsp:sp modelId="{F47CDD83-E97B-4026-BE72-C4A3A56792D6}">
      <dsp:nvSpPr>
        <dsp:cNvPr id="0" name=""/>
        <dsp:cNvSpPr/>
      </dsp:nvSpPr>
      <dsp:spPr>
        <a:xfrm>
          <a:off x="4745137" y="1502315"/>
          <a:ext cx="401849" cy="47008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4745137" y="1596333"/>
        <a:ext cx="281294" cy="282052"/>
      </dsp:txXfrm>
    </dsp:sp>
    <dsp:sp modelId="{543024E2-7749-482A-8AFA-BAF31E7DD926}">
      <dsp:nvSpPr>
        <dsp:cNvPr id="0" name=""/>
        <dsp:cNvSpPr/>
      </dsp:nvSpPr>
      <dsp:spPr>
        <a:xfrm>
          <a:off x="5313792" y="1168704"/>
          <a:ext cx="1895518" cy="1137310"/>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sp3d extrusionH="28000" prstMaterial="matte"/>
        </a:bodyPr>
        <a:lstStyle/>
        <a:p>
          <a:pPr marL="0" lvl="0" indent="0" algn="ctr" defTabSz="1689100">
            <a:lnSpc>
              <a:spcPct val="90000"/>
            </a:lnSpc>
            <a:spcBef>
              <a:spcPct val="0"/>
            </a:spcBef>
            <a:spcAft>
              <a:spcPct val="35000"/>
            </a:spcAft>
            <a:buNone/>
          </a:pPr>
          <a:r>
            <a:rPr lang="en-US" sz="3800" kern="1200" dirty="0"/>
            <a:t>Embed</a:t>
          </a:r>
        </a:p>
      </dsp:txBody>
      <dsp:txXfrm>
        <a:off x="5347103" y="1202015"/>
        <a:ext cx="1828896" cy="1070688"/>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5BAA7F-9E33-45EE-AF51-034888971E92}">
      <dsp:nvSpPr>
        <dsp:cNvPr id="0" name=""/>
        <dsp:cNvSpPr/>
      </dsp:nvSpPr>
      <dsp:spPr>
        <a:xfrm>
          <a:off x="6675" y="1138772"/>
          <a:ext cx="1995291" cy="1197174"/>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sp3d extrusionH="28000" prstMaterial="matte"/>
        </a:bodyPr>
        <a:lstStyle/>
        <a:p>
          <a:pPr marL="0" lvl="0" indent="0" algn="ctr" defTabSz="1733550">
            <a:lnSpc>
              <a:spcPct val="90000"/>
            </a:lnSpc>
            <a:spcBef>
              <a:spcPct val="0"/>
            </a:spcBef>
            <a:spcAft>
              <a:spcPct val="35000"/>
            </a:spcAft>
            <a:buNone/>
          </a:pPr>
          <a:r>
            <a:rPr lang="en-US" sz="3900" kern="1200" dirty="0"/>
            <a:t>Prompt</a:t>
          </a:r>
        </a:p>
      </dsp:txBody>
      <dsp:txXfrm>
        <a:off x="41739" y="1173836"/>
        <a:ext cx="1925163" cy="1127046"/>
      </dsp:txXfrm>
    </dsp:sp>
    <dsp:sp modelId="{10BD7ABE-FAE1-47DF-B8CC-588111007C1E}">
      <dsp:nvSpPr>
        <dsp:cNvPr id="0" name=""/>
        <dsp:cNvSpPr/>
      </dsp:nvSpPr>
      <dsp:spPr>
        <a:xfrm>
          <a:off x="2201496" y="1489943"/>
          <a:ext cx="423001" cy="494832"/>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2201496" y="1588909"/>
        <a:ext cx="296101" cy="296900"/>
      </dsp:txXfrm>
    </dsp:sp>
    <dsp:sp modelId="{2E17B990-8613-49B6-AF72-1051257F909A}">
      <dsp:nvSpPr>
        <dsp:cNvPr id="0" name=""/>
        <dsp:cNvSpPr/>
      </dsp:nvSpPr>
      <dsp:spPr>
        <a:xfrm>
          <a:off x="2800083" y="1138772"/>
          <a:ext cx="1995291" cy="1197174"/>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sp3d extrusionH="28000" prstMaterial="matte"/>
        </a:bodyPr>
        <a:lstStyle/>
        <a:p>
          <a:pPr marL="0" lvl="0" indent="0" algn="ctr" defTabSz="1733550">
            <a:lnSpc>
              <a:spcPct val="90000"/>
            </a:lnSpc>
            <a:spcBef>
              <a:spcPct val="0"/>
            </a:spcBef>
            <a:spcAft>
              <a:spcPct val="35000"/>
            </a:spcAft>
            <a:buNone/>
          </a:pPr>
          <a:r>
            <a:rPr lang="en-US" sz="3900" kern="1200" dirty="0"/>
            <a:t>Embed</a:t>
          </a:r>
        </a:p>
      </dsp:txBody>
      <dsp:txXfrm>
        <a:off x="2835147" y="1173836"/>
        <a:ext cx="1925163" cy="1127046"/>
      </dsp:txXfrm>
    </dsp:sp>
    <dsp:sp modelId="{F47CDD83-E97B-4026-BE72-C4A3A56792D6}">
      <dsp:nvSpPr>
        <dsp:cNvPr id="0" name=""/>
        <dsp:cNvSpPr/>
      </dsp:nvSpPr>
      <dsp:spPr>
        <a:xfrm>
          <a:off x="4996572" y="1489943"/>
          <a:ext cx="426539" cy="494832"/>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996572" y="1588909"/>
        <a:ext cx="298577" cy="296900"/>
      </dsp:txXfrm>
    </dsp:sp>
    <dsp:sp modelId="{543024E2-7749-482A-8AFA-BAF31E7DD926}">
      <dsp:nvSpPr>
        <dsp:cNvPr id="0" name=""/>
        <dsp:cNvSpPr/>
      </dsp:nvSpPr>
      <dsp:spPr>
        <a:xfrm>
          <a:off x="5600166" y="1138772"/>
          <a:ext cx="1995291" cy="1197174"/>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sp3d extrusionH="28000" prstMaterial="matte"/>
        </a:bodyPr>
        <a:lstStyle/>
        <a:p>
          <a:pPr marL="0" lvl="0" indent="0" algn="ctr" defTabSz="1733550">
            <a:lnSpc>
              <a:spcPct val="90000"/>
            </a:lnSpc>
            <a:spcBef>
              <a:spcPct val="0"/>
            </a:spcBef>
            <a:spcAft>
              <a:spcPct val="35000"/>
            </a:spcAft>
            <a:buNone/>
          </a:pPr>
          <a:r>
            <a:rPr lang="en-US" sz="3900" kern="1200" dirty="0"/>
            <a:t>Search</a:t>
          </a:r>
        </a:p>
      </dsp:txBody>
      <dsp:txXfrm>
        <a:off x="5635230" y="1173836"/>
        <a:ext cx="1925163" cy="1127046"/>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5BAA7F-9E33-45EE-AF51-034888971E92}">
      <dsp:nvSpPr>
        <dsp:cNvPr id="0" name=""/>
        <dsp:cNvSpPr/>
      </dsp:nvSpPr>
      <dsp:spPr>
        <a:xfrm>
          <a:off x="7154" y="1137593"/>
          <a:ext cx="2138339" cy="1283003"/>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86690" tIns="186690" rIns="186690" bIns="186690" numCol="1" spcCol="1270" anchor="ctr" anchorCtr="0">
          <a:noAutofit/>
          <a:sp3d extrusionH="28000" prstMaterial="matte"/>
        </a:bodyPr>
        <a:lstStyle/>
        <a:p>
          <a:pPr marL="0" lvl="0" indent="0" algn="ctr" defTabSz="2178050">
            <a:lnSpc>
              <a:spcPct val="90000"/>
            </a:lnSpc>
            <a:spcBef>
              <a:spcPct val="0"/>
            </a:spcBef>
            <a:spcAft>
              <a:spcPct val="35000"/>
            </a:spcAft>
            <a:buNone/>
          </a:pPr>
          <a:r>
            <a:rPr lang="en-US" sz="4900" kern="1200" dirty="0"/>
            <a:t>Seed</a:t>
          </a:r>
        </a:p>
      </dsp:txBody>
      <dsp:txXfrm>
        <a:off x="44732" y="1175171"/>
        <a:ext cx="2063183" cy="1207847"/>
      </dsp:txXfrm>
    </dsp:sp>
    <dsp:sp modelId="{10BD7ABE-FAE1-47DF-B8CC-588111007C1E}">
      <dsp:nvSpPr>
        <dsp:cNvPr id="0" name=""/>
        <dsp:cNvSpPr/>
      </dsp:nvSpPr>
      <dsp:spPr>
        <a:xfrm>
          <a:off x="2359327" y="1513940"/>
          <a:ext cx="453327" cy="53030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2359327" y="1620002"/>
        <a:ext cx="317329" cy="318184"/>
      </dsp:txXfrm>
    </dsp:sp>
    <dsp:sp modelId="{2E17B990-8613-49B6-AF72-1051257F909A}">
      <dsp:nvSpPr>
        <dsp:cNvPr id="0" name=""/>
        <dsp:cNvSpPr/>
      </dsp:nvSpPr>
      <dsp:spPr>
        <a:xfrm>
          <a:off x="3000829" y="1137593"/>
          <a:ext cx="2138339" cy="1283003"/>
        </a:xfrm>
        <a:prstGeom prst="roundRect">
          <a:avLst>
            <a:gd name="adj" fmla="val 10000"/>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86690" tIns="186690" rIns="186690" bIns="186690" numCol="1" spcCol="1270" anchor="ctr" anchorCtr="0">
          <a:noAutofit/>
          <a:sp3d extrusionH="28000" prstMaterial="matte"/>
        </a:bodyPr>
        <a:lstStyle/>
        <a:p>
          <a:pPr marL="0" lvl="0" indent="0" algn="ctr" defTabSz="2178050">
            <a:lnSpc>
              <a:spcPct val="90000"/>
            </a:lnSpc>
            <a:spcBef>
              <a:spcPct val="0"/>
            </a:spcBef>
            <a:spcAft>
              <a:spcPct val="35000"/>
            </a:spcAft>
            <a:buNone/>
          </a:pPr>
          <a:r>
            <a:rPr lang="en-US" sz="4900" kern="1200" dirty="0"/>
            <a:t>Infer</a:t>
          </a:r>
        </a:p>
      </dsp:txBody>
      <dsp:txXfrm>
        <a:off x="3038407" y="1175171"/>
        <a:ext cx="2063183" cy="1207847"/>
      </dsp:txXfrm>
    </dsp:sp>
    <dsp:sp modelId="{F47CDD83-E97B-4026-BE72-C4A3A56792D6}">
      <dsp:nvSpPr>
        <dsp:cNvPr id="0" name=""/>
        <dsp:cNvSpPr/>
      </dsp:nvSpPr>
      <dsp:spPr>
        <a:xfrm>
          <a:off x="5353002" y="1513940"/>
          <a:ext cx="453327" cy="530308"/>
        </a:xfrm>
        <a:prstGeom prst="rightArrow">
          <a:avLst>
            <a:gd name="adj1" fmla="val 60000"/>
            <a:gd name="adj2" fmla="val 50000"/>
          </a:avLst>
        </a:prstGeom>
        <a:solidFill>
          <a:schemeClr val="accent6">
            <a:tint val="60000"/>
            <a:hueOff val="0"/>
            <a:satOff val="0"/>
            <a:lumOff val="0"/>
            <a:alphaOff val="0"/>
          </a:schemeClr>
        </a:solidFill>
        <a:ln>
          <a:noFill/>
        </a:ln>
        <a:effectLst/>
        <a:sp3d z="-227350" prstMaterial="matte"/>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5353002" y="1620002"/>
        <a:ext cx="317329" cy="318184"/>
      </dsp:txXfrm>
    </dsp:sp>
    <dsp:sp modelId="{543024E2-7749-482A-8AFA-BAF31E7DD926}">
      <dsp:nvSpPr>
        <dsp:cNvPr id="0" name=""/>
        <dsp:cNvSpPr/>
      </dsp:nvSpPr>
      <dsp:spPr>
        <a:xfrm>
          <a:off x="5994504" y="1137593"/>
          <a:ext cx="2138339" cy="1283003"/>
        </a:xfrm>
        <a:prstGeom prst="roundRect">
          <a:avLst>
            <a:gd name="adj" fmla="val 10000"/>
          </a:avLst>
        </a:prstGeom>
        <a:solidFill>
          <a:srgbClr val="92D050"/>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86690" tIns="186690" rIns="186690" bIns="186690" numCol="1" spcCol="1270" anchor="ctr" anchorCtr="0">
          <a:noAutofit/>
          <a:sp3d extrusionH="28000" prstMaterial="matte"/>
        </a:bodyPr>
        <a:lstStyle/>
        <a:p>
          <a:pPr marL="0" lvl="0" indent="0" algn="ctr" defTabSz="2178050">
            <a:lnSpc>
              <a:spcPct val="90000"/>
            </a:lnSpc>
            <a:spcBef>
              <a:spcPct val="0"/>
            </a:spcBef>
            <a:spcAft>
              <a:spcPct val="35000"/>
            </a:spcAft>
            <a:buNone/>
          </a:pPr>
          <a:r>
            <a:rPr lang="en-US" sz="4900" kern="1200" dirty="0"/>
            <a:t>Token</a:t>
          </a:r>
        </a:p>
      </dsp:txBody>
      <dsp:txXfrm>
        <a:off x="6032082" y="1175171"/>
        <a:ext cx="2063183" cy="1207847"/>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AE08E6-73CC-4573-B71C-56304B469124}">
      <dsp:nvSpPr>
        <dsp:cNvPr id="0" name=""/>
        <dsp:cNvSpPr/>
      </dsp:nvSpPr>
      <dsp:spPr>
        <a:xfrm>
          <a:off x="512823" y="365788"/>
          <a:ext cx="1462064" cy="146203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Vector</a:t>
          </a:r>
        </a:p>
        <a:p>
          <a:pPr marL="0" lvl="0" indent="0" algn="ctr" defTabSz="1022350">
            <a:lnSpc>
              <a:spcPct val="90000"/>
            </a:lnSpc>
            <a:spcBef>
              <a:spcPct val="0"/>
            </a:spcBef>
            <a:spcAft>
              <a:spcPct val="35000"/>
            </a:spcAft>
            <a:buNone/>
          </a:pPr>
          <a:r>
            <a:rPr lang="en-US" sz="2300" kern="1200" dirty="0"/>
            <a:t>DB</a:t>
          </a:r>
        </a:p>
      </dsp:txBody>
      <dsp:txXfrm>
        <a:off x="726937" y="579898"/>
        <a:ext cx="1033836" cy="1033813"/>
      </dsp:txXfrm>
    </dsp:sp>
    <dsp:sp modelId="{A6DA4ED0-9BBD-4C7D-975C-D878026588D8}">
      <dsp:nvSpPr>
        <dsp:cNvPr id="0" name=""/>
        <dsp:cNvSpPr/>
      </dsp:nvSpPr>
      <dsp:spPr>
        <a:xfrm>
          <a:off x="1347046" y="299177"/>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572360-5085-4433-BC20-D6E7852D26FA}">
      <dsp:nvSpPr>
        <dsp:cNvPr id="0" name=""/>
        <dsp:cNvSpPr/>
      </dsp:nvSpPr>
      <dsp:spPr>
        <a:xfrm>
          <a:off x="962020" y="1719194"/>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1B8F50-AAB2-49C0-BF08-DBCEA2F4D078}">
      <dsp:nvSpPr>
        <dsp:cNvPr id="0" name=""/>
        <dsp:cNvSpPr/>
      </dsp:nvSpPr>
      <dsp:spPr>
        <a:xfrm>
          <a:off x="2068970" y="959142"/>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AD8755-BF3D-4D3A-924D-235D7A43B3F6}">
      <dsp:nvSpPr>
        <dsp:cNvPr id="0" name=""/>
        <dsp:cNvSpPr/>
      </dsp:nvSpPr>
      <dsp:spPr>
        <a:xfrm>
          <a:off x="1505570" y="1844560"/>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ACA4A6-F918-48DB-96F0-B49EC43467F6}">
      <dsp:nvSpPr>
        <dsp:cNvPr id="0" name=""/>
        <dsp:cNvSpPr/>
      </dsp:nvSpPr>
      <dsp:spPr>
        <a:xfrm>
          <a:off x="995465" y="530267"/>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8DB9E5-D949-41EB-9FBB-EEA0A37D6900}">
      <dsp:nvSpPr>
        <dsp:cNvPr id="0" name=""/>
        <dsp:cNvSpPr/>
      </dsp:nvSpPr>
      <dsp:spPr>
        <a:xfrm>
          <a:off x="624307" y="1204408"/>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A16AD9-A3E9-4655-A9A4-B7B6016D64B9}">
      <dsp:nvSpPr>
        <dsp:cNvPr id="0" name=""/>
        <dsp:cNvSpPr/>
      </dsp:nvSpPr>
      <dsp:spPr>
        <a:xfrm>
          <a:off x="56013" y="629672"/>
          <a:ext cx="594397" cy="59420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143060" y="716692"/>
        <a:ext cx="420303" cy="420167"/>
      </dsp:txXfrm>
    </dsp:sp>
    <dsp:sp modelId="{B86BAAD6-C908-4C45-B18E-5C588284EA45}">
      <dsp:nvSpPr>
        <dsp:cNvPr id="0" name=""/>
        <dsp:cNvSpPr/>
      </dsp:nvSpPr>
      <dsp:spPr>
        <a:xfrm>
          <a:off x="1182540" y="535391"/>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23FFDB-CC4F-4C3C-906E-D635B1C4C5F2}">
      <dsp:nvSpPr>
        <dsp:cNvPr id="0" name=""/>
        <dsp:cNvSpPr/>
      </dsp:nvSpPr>
      <dsp:spPr>
        <a:xfrm>
          <a:off x="111755" y="1398093"/>
          <a:ext cx="293935" cy="29394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2693448-0161-407E-AFB2-A23825120CE3}">
      <dsp:nvSpPr>
        <dsp:cNvPr id="0" name=""/>
        <dsp:cNvSpPr/>
      </dsp:nvSpPr>
      <dsp:spPr>
        <a:xfrm>
          <a:off x="2124711" y="350075"/>
          <a:ext cx="594397" cy="59420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2211758" y="437095"/>
        <a:ext cx="420303" cy="420167"/>
      </dsp:txXfrm>
    </dsp:sp>
    <dsp:sp modelId="{73249667-6BFF-401F-B2CA-B850D1AB3F86}">
      <dsp:nvSpPr>
        <dsp:cNvPr id="0" name=""/>
        <dsp:cNvSpPr/>
      </dsp:nvSpPr>
      <dsp:spPr>
        <a:xfrm>
          <a:off x="1859598" y="760332"/>
          <a:ext cx="162602" cy="16259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E48FD7-9899-47C9-A935-6979EC49423A}">
      <dsp:nvSpPr>
        <dsp:cNvPr id="0" name=""/>
        <dsp:cNvSpPr/>
      </dsp:nvSpPr>
      <dsp:spPr>
        <a:xfrm>
          <a:off x="0" y="1747888"/>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BCF55E-D5B9-4B39-8C73-D78A3D0593C2}">
      <dsp:nvSpPr>
        <dsp:cNvPr id="0" name=""/>
        <dsp:cNvSpPr/>
      </dsp:nvSpPr>
      <dsp:spPr>
        <a:xfrm>
          <a:off x="1174111" y="1580164"/>
          <a:ext cx="117737" cy="1178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D5937D-3B9A-4BD2-BC5D-CBBC98943491}">
      <dsp:nvSpPr>
        <dsp:cNvPr id="0" name=""/>
        <dsp:cNvSpPr/>
      </dsp:nvSpPr>
      <dsp:spPr>
        <a:xfrm>
          <a:off x="2195676" y="531719"/>
          <a:ext cx="2196000" cy="2196000"/>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A16E39-BE6F-4404-BAE4-E8FD01E6BDAB}">
      <dsp:nvSpPr>
        <dsp:cNvPr id="0" name=""/>
        <dsp:cNvSpPr/>
      </dsp:nvSpPr>
      <dsp:spPr>
        <a:xfrm>
          <a:off x="2663676" y="999719"/>
          <a:ext cx="1260000" cy="126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1C45548-585F-4AE8-AB43-6E80EA5A599A}">
      <dsp:nvSpPr>
        <dsp:cNvPr id="0" name=""/>
        <dsp:cNvSpPr/>
      </dsp:nvSpPr>
      <dsp:spPr>
        <a:xfrm>
          <a:off x="1493676" y="3411720"/>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b="0" i="0" kern="1200" dirty="0"/>
            <a:t>YouTube:</a:t>
          </a:r>
        </a:p>
        <a:p>
          <a:pPr marL="0" lvl="0" indent="0" algn="ctr" defTabSz="622300">
            <a:lnSpc>
              <a:spcPct val="90000"/>
            </a:lnSpc>
            <a:spcBef>
              <a:spcPct val="0"/>
            </a:spcBef>
            <a:spcAft>
              <a:spcPct val="35000"/>
            </a:spcAft>
            <a:buNone/>
            <a:defRPr cap="all"/>
          </a:pPr>
          <a:r>
            <a:rPr lang="en-US" sz="1400" b="1" kern="1200" dirty="0"/>
            <a:t>Alex Ziskind</a:t>
          </a:r>
        </a:p>
        <a:p>
          <a:pPr marL="0" lvl="0" indent="0" algn="ctr" defTabSz="622300">
            <a:lnSpc>
              <a:spcPct val="90000"/>
            </a:lnSpc>
            <a:spcBef>
              <a:spcPct val="0"/>
            </a:spcBef>
            <a:spcAft>
              <a:spcPct val="35000"/>
            </a:spcAft>
            <a:buNone/>
            <a:defRPr cap="all"/>
          </a:pPr>
          <a:r>
            <a:rPr lang="en-US" sz="1400" b="1" kern="1200" dirty="0"/>
            <a:t>3blue1brown</a:t>
          </a:r>
        </a:p>
      </dsp:txBody>
      <dsp:txXfrm>
        <a:off x="1493676" y="3411720"/>
        <a:ext cx="3600000" cy="720000"/>
      </dsp:txXfrm>
    </dsp:sp>
    <dsp:sp modelId="{43C4020D-9182-4E0F-8EE4-BE5F89ED47DD}">
      <dsp:nvSpPr>
        <dsp:cNvPr id="0" name=""/>
        <dsp:cNvSpPr/>
      </dsp:nvSpPr>
      <dsp:spPr>
        <a:xfrm>
          <a:off x="6425676" y="531719"/>
          <a:ext cx="2196000" cy="2196000"/>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45E071-731C-46F4-95EE-3793E7CECAFA}">
      <dsp:nvSpPr>
        <dsp:cNvPr id="0" name=""/>
        <dsp:cNvSpPr/>
      </dsp:nvSpPr>
      <dsp:spPr>
        <a:xfrm>
          <a:off x="6893676" y="999719"/>
          <a:ext cx="1260000" cy="126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7D438F-C8D9-4352-AE69-C078394BE9A8}">
      <dsp:nvSpPr>
        <dsp:cNvPr id="0" name=""/>
        <dsp:cNvSpPr/>
      </dsp:nvSpPr>
      <dsp:spPr>
        <a:xfrm>
          <a:off x="5723676" y="3411720"/>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b="1" i="0" kern="1200" dirty="0"/>
            <a:t>MatthewExplains.com</a:t>
          </a:r>
          <a:endParaRPr lang="en-US" sz="1400" b="1" kern="1200" dirty="0"/>
        </a:p>
      </dsp:txBody>
      <dsp:txXfrm>
        <a:off x="5723676" y="3411720"/>
        <a:ext cx="3600000"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layout1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layout1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layout19.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layout2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layout27.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3d9#1">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9#1">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9#1">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9#1">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9#1">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9#2">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9#1">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9#2">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9#1">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9#2">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3d9#1">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3d9#2">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3d9#3">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3d9#1">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3d9#2">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3d9#3">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3d9#1">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3d9#2">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3d9#3">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2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2E667F-1158-42E5-B61F-1216F8C5D758}" type="datetimeFigureOut">
              <a:rPr lang="en-US" smtClean="0"/>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01011D-70FA-4515-ACF3-3C5D3D06E09B}" type="slidenum">
              <a:rPr lang="en-US" smtClean="0"/>
              <a:t>‹#›</a:t>
            </a:fld>
            <a:endParaRPr lang="en-US"/>
          </a:p>
        </p:txBody>
      </p:sp>
    </p:spTree>
    <p:extLst>
      <p:ext uri="{BB962C8B-B14F-4D97-AF65-F5344CB8AC3E}">
        <p14:creationId xmlns:p14="http://schemas.microsoft.com/office/powerpoint/2010/main" val="1475100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Desire to train a Local LLM to alleviate data privacy concerns.</a:t>
            </a:r>
          </a:p>
        </p:txBody>
      </p:sp>
      <p:sp>
        <p:nvSpPr>
          <p:cNvPr id="4" name="Slide Number Placeholder 3"/>
          <p:cNvSpPr>
            <a:spLocks noGrp="1"/>
          </p:cNvSpPr>
          <p:nvPr>
            <p:ph type="sldNum" sz="quarter" idx="5"/>
          </p:nvPr>
        </p:nvSpPr>
        <p:spPr/>
        <p:txBody>
          <a:bodyPr/>
          <a:lstStyle/>
          <a:p>
            <a:fld id="{3001011D-70FA-4515-ACF3-3C5D3D06E09B}" type="slidenum">
              <a:rPr lang="en-US" smtClean="0"/>
              <a:t>3</a:t>
            </a:fld>
            <a:endParaRPr lang="en-US"/>
          </a:p>
        </p:txBody>
      </p:sp>
    </p:spTree>
    <p:extLst>
      <p:ext uri="{BB962C8B-B14F-4D97-AF65-F5344CB8AC3E}">
        <p14:creationId xmlns:p14="http://schemas.microsoft.com/office/powerpoint/2010/main" val="722913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01011D-70FA-4515-ACF3-3C5D3D06E09B}" type="slidenum">
              <a:rPr lang="en-US" smtClean="0"/>
              <a:t>5</a:t>
            </a:fld>
            <a:endParaRPr lang="en-US"/>
          </a:p>
        </p:txBody>
      </p:sp>
    </p:spTree>
    <p:extLst>
      <p:ext uri="{BB962C8B-B14F-4D97-AF65-F5344CB8AC3E}">
        <p14:creationId xmlns:p14="http://schemas.microsoft.com/office/powerpoint/2010/main" val="604585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for demonstration: how a musician might be able to join in with a Jazz band. They don’t know the song, but they know how music works and they know which next notes “make sense” to the model of musical language. The byproduct might be that you get a pretty similar or exact quote from the training data.</a:t>
            </a:r>
          </a:p>
        </p:txBody>
      </p:sp>
      <p:sp>
        <p:nvSpPr>
          <p:cNvPr id="4" name="Slide Number Placeholder 3"/>
          <p:cNvSpPr>
            <a:spLocks noGrp="1"/>
          </p:cNvSpPr>
          <p:nvPr>
            <p:ph type="sldNum" sz="quarter" idx="5"/>
          </p:nvPr>
        </p:nvSpPr>
        <p:spPr/>
        <p:txBody>
          <a:bodyPr/>
          <a:lstStyle/>
          <a:p>
            <a:fld id="{3001011D-70FA-4515-ACF3-3C5D3D06E09B}" type="slidenum">
              <a:rPr lang="en-US" smtClean="0"/>
              <a:t>7</a:t>
            </a:fld>
            <a:endParaRPr lang="en-US"/>
          </a:p>
        </p:txBody>
      </p:sp>
    </p:spTree>
    <p:extLst>
      <p:ext uri="{BB962C8B-B14F-4D97-AF65-F5344CB8AC3E}">
        <p14:creationId xmlns:p14="http://schemas.microsoft.com/office/powerpoint/2010/main" val="39009592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3blue1brown</a:t>
            </a:r>
          </a:p>
        </p:txBody>
      </p:sp>
      <p:sp>
        <p:nvSpPr>
          <p:cNvPr id="4" name="Slide Number Placeholder 3"/>
          <p:cNvSpPr>
            <a:spLocks noGrp="1"/>
          </p:cNvSpPr>
          <p:nvPr>
            <p:ph type="sldNum" sz="quarter" idx="5"/>
          </p:nvPr>
        </p:nvSpPr>
        <p:spPr/>
        <p:txBody>
          <a:bodyPr/>
          <a:lstStyle/>
          <a:p>
            <a:fld id="{3001011D-70FA-4515-ACF3-3C5D3D06E09B}" type="slidenum">
              <a:rPr lang="en-US" smtClean="0"/>
              <a:t>8</a:t>
            </a:fld>
            <a:endParaRPr lang="en-US"/>
          </a:p>
        </p:txBody>
      </p:sp>
    </p:spTree>
    <p:extLst>
      <p:ext uri="{BB962C8B-B14F-4D97-AF65-F5344CB8AC3E}">
        <p14:creationId xmlns:p14="http://schemas.microsoft.com/office/powerpoint/2010/main" val="34079018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a:t>
            </a:r>
            <a:r>
              <a:rPr lang="en-US" dirty="0" err="1"/>
              <a:t>unsloth</a:t>
            </a:r>
            <a:r>
              <a:rPr lang="en-US" dirty="0"/>
              <a:t> specifically</a:t>
            </a:r>
          </a:p>
        </p:txBody>
      </p:sp>
      <p:sp>
        <p:nvSpPr>
          <p:cNvPr id="4" name="Slide Number Placeholder 3"/>
          <p:cNvSpPr>
            <a:spLocks noGrp="1"/>
          </p:cNvSpPr>
          <p:nvPr>
            <p:ph type="sldNum" sz="quarter" idx="5"/>
          </p:nvPr>
        </p:nvSpPr>
        <p:spPr/>
        <p:txBody>
          <a:bodyPr/>
          <a:lstStyle/>
          <a:p>
            <a:fld id="{3001011D-70FA-4515-ACF3-3C5D3D06E09B}" type="slidenum">
              <a:rPr lang="en-US" smtClean="0"/>
              <a:t>9</a:t>
            </a:fld>
            <a:endParaRPr lang="en-US"/>
          </a:p>
        </p:txBody>
      </p:sp>
    </p:spTree>
    <p:extLst>
      <p:ext uri="{BB962C8B-B14F-4D97-AF65-F5344CB8AC3E}">
        <p14:creationId xmlns:p14="http://schemas.microsoft.com/office/powerpoint/2010/main" val="3060285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LLaMA</a:t>
            </a:r>
            <a:r>
              <a:rPr lang="en-US" dirty="0"/>
              <a:t> – </a:t>
            </a:r>
            <a:r>
              <a:rPr lang="en-US" b="1" dirty="0"/>
              <a:t>L</a:t>
            </a:r>
            <a:r>
              <a:rPr lang="en-US" dirty="0"/>
              <a:t>arge </a:t>
            </a:r>
            <a:r>
              <a:rPr lang="en-US" b="1" dirty="0"/>
              <a:t>La</a:t>
            </a:r>
            <a:r>
              <a:rPr lang="en-US" dirty="0"/>
              <a:t>nguage model </a:t>
            </a:r>
            <a:r>
              <a:rPr lang="en-US" b="1" dirty="0"/>
              <a:t>M</a:t>
            </a:r>
            <a:r>
              <a:rPr lang="en-US" dirty="0"/>
              <a:t>eta </a:t>
            </a:r>
            <a:r>
              <a:rPr lang="en-US" b="1" dirty="0"/>
              <a:t>A</a:t>
            </a:r>
            <a:r>
              <a:rPr lang="en-US" dirty="0"/>
              <a:t>I – llama has become the “Kleenex” of LLMs. </a:t>
            </a:r>
          </a:p>
          <a:p>
            <a:r>
              <a:rPr lang="en-US" dirty="0"/>
              <a:t>Hugging Face has </a:t>
            </a:r>
            <a:r>
              <a:rPr lang="en-US" dirty="0" err="1"/>
              <a:t>safetensors</a:t>
            </a:r>
            <a:r>
              <a:rPr lang="en-US" dirty="0"/>
              <a:t> format</a:t>
            </a:r>
          </a:p>
        </p:txBody>
      </p:sp>
      <p:sp>
        <p:nvSpPr>
          <p:cNvPr id="4" name="Slide Number Placeholder 3"/>
          <p:cNvSpPr>
            <a:spLocks noGrp="1"/>
          </p:cNvSpPr>
          <p:nvPr>
            <p:ph type="sldNum" sz="quarter" idx="5"/>
          </p:nvPr>
        </p:nvSpPr>
        <p:spPr/>
        <p:txBody>
          <a:bodyPr/>
          <a:lstStyle/>
          <a:p>
            <a:fld id="{3001011D-70FA-4515-ACF3-3C5D3D06E09B}" type="slidenum">
              <a:rPr lang="en-US" smtClean="0"/>
              <a:t>11</a:t>
            </a:fld>
            <a:endParaRPr lang="en-US"/>
          </a:p>
        </p:txBody>
      </p:sp>
    </p:spTree>
    <p:extLst>
      <p:ext uri="{BB962C8B-B14F-4D97-AF65-F5344CB8AC3E}">
        <p14:creationId xmlns:p14="http://schemas.microsoft.com/office/powerpoint/2010/main" val="5381821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naming of the model names can be confusing at first</a:t>
            </a:r>
          </a:p>
        </p:txBody>
      </p:sp>
      <p:sp>
        <p:nvSpPr>
          <p:cNvPr id="4" name="Slide Number Placeholder 3"/>
          <p:cNvSpPr>
            <a:spLocks noGrp="1"/>
          </p:cNvSpPr>
          <p:nvPr>
            <p:ph type="sldNum" sz="quarter" idx="5"/>
          </p:nvPr>
        </p:nvSpPr>
        <p:spPr/>
        <p:txBody>
          <a:bodyPr/>
          <a:lstStyle/>
          <a:p>
            <a:fld id="{3001011D-70FA-4515-ACF3-3C5D3D06E09B}" type="slidenum">
              <a:rPr lang="en-US" smtClean="0"/>
              <a:t>12</a:t>
            </a:fld>
            <a:endParaRPr lang="en-US"/>
          </a:p>
        </p:txBody>
      </p:sp>
    </p:spTree>
    <p:extLst>
      <p:ext uri="{BB962C8B-B14F-4D97-AF65-F5344CB8AC3E}">
        <p14:creationId xmlns:p14="http://schemas.microsoft.com/office/powerpoint/2010/main" val="267056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 see Matthew Explains video on Chain of Thought</a:t>
            </a:r>
          </a:p>
          <a:p>
            <a:pPr marL="0" indent="0">
              <a:buFont typeface="Arial" panose="020B0604020202020204" pitchFamily="34" charset="0"/>
              <a:buNone/>
            </a:pPr>
            <a:r>
              <a:rPr lang="en-US" dirty="0"/>
              <a:t>XL will allow for higher precision in certain layers of the model</a:t>
            </a:r>
          </a:p>
        </p:txBody>
      </p:sp>
      <p:sp>
        <p:nvSpPr>
          <p:cNvPr id="4" name="Slide Number Placeholder 3"/>
          <p:cNvSpPr>
            <a:spLocks noGrp="1"/>
          </p:cNvSpPr>
          <p:nvPr>
            <p:ph type="sldNum" sz="quarter" idx="5"/>
          </p:nvPr>
        </p:nvSpPr>
        <p:spPr/>
        <p:txBody>
          <a:bodyPr/>
          <a:lstStyle/>
          <a:p>
            <a:fld id="{3001011D-70FA-4515-ACF3-3C5D3D06E09B}" type="slidenum">
              <a:rPr lang="en-US" smtClean="0"/>
              <a:t>13</a:t>
            </a:fld>
            <a:endParaRPr lang="en-US"/>
          </a:p>
        </p:txBody>
      </p:sp>
    </p:spTree>
    <p:extLst>
      <p:ext uri="{BB962C8B-B14F-4D97-AF65-F5344CB8AC3E}">
        <p14:creationId xmlns:p14="http://schemas.microsoft.com/office/powerpoint/2010/main" val="3106301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D9E66-5B74-90E5-36CD-9F37578814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115D25-2F2A-B776-96E2-DCC855444B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94E898-F764-8603-AFDB-AA3D41CAD72B}"/>
              </a:ext>
            </a:extLst>
          </p:cNvPr>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205C77DA-B71D-1D0C-84E7-D9A7044E53F4}"/>
              </a:ext>
            </a:extLst>
          </p:cNvPr>
          <p:cNvSpPr>
            <a:spLocks noGrp="1"/>
          </p:cNvSpPr>
          <p:nvPr>
            <p:ph type="sldNum" sz="quarter" idx="5"/>
          </p:nvPr>
        </p:nvSpPr>
        <p:spPr/>
        <p:txBody>
          <a:bodyPr/>
          <a:lstStyle/>
          <a:p>
            <a:fld id="{3001011D-70FA-4515-ACF3-3C5D3D06E09B}" type="slidenum">
              <a:rPr lang="en-US" smtClean="0"/>
              <a:t>14</a:t>
            </a:fld>
            <a:endParaRPr lang="en-US"/>
          </a:p>
        </p:txBody>
      </p:sp>
    </p:spTree>
    <p:extLst>
      <p:ext uri="{BB962C8B-B14F-4D97-AF65-F5344CB8AC3E}">
        <p14:creationId xmlns:p14="http://schemas.microsoft.com/office/powerpoint/2010/main" val="10022711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run a modest 8GB RTX 3070 from 5 years ago</a:t>
            </a:r>
          </a:p>
        </p:txBody>
      </p:sp>
      <p:sp>
        <p:nvSpPr>
          <p:cNvPr id="4" name="Slide Number Placeholder 3"/>
          <p:cNvSpPr>
            <a:spLocks noGrp="1"/>
          </p:cNvSpPr>
          <p:nvPr>
            <p:ph type="sldNum" sz="quarter" idx="5"/>
          </p:nvPr>
        </p:nvSpPr>
        <p:spPr/>
        <p:txBody>
          <a:bodyPr/>
          <a:lstStyle/>
          <a:p>
            <a:fld id="{3001011D-70FA-4515-ACF3-3C5D3D06E09B}" type="slidenum">
              <a:rPr lang="en-US" smtClean="0"/>
              <a:t>15</a:t>
            </a:fld>
            <a:endParaRPr lang="en-US"/>
          </a:p>
        </p:txBody>
      </p:sp>
    </p:spTree>
    <p:extLst>
      <p:ext uri="{BB962C8B-B14F-4D97-AF65-F5344CB8AC3E}">
        <p14:creationId xmlns:p14="http://schemas.microsoft.com/office/powerpoint/2010/main" val="37771709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LCEL - </a:t>
            </a:r>
            <a:r>
              <a:rPr lang="en-US" dirty="0" err="1"/>
              <a:t>LangChain</a:t>
            </a:r>
            <a:r>
              <a:rPr lang="en-US" dirty="0"/>
              <a:t> Expression Language</a:t>
            </a:r>
          </a:p>
        </p:txBody>
      </p:sp>
      <p:sp>
        <p:nvSpPr>
          <p:cNvPr id="4" name="Slide Number Placeholder 3"/>
          <p:cNvSpPr>
            <a:spLocks noGrp="1"/>
          </p:cNvSpPr>
          <p:nvPr>
            <p:ph type="sldNum" sz="quarter" idx="5"/>
          </p:nvPr>
        </p:nvSpPr>
        <p:spPr/>
        <p:txBody>
          <a:bodyPr/>
          <a:lstStyle/>
          <a:p>
            <a:fld id="{3001011D-70FA-4515-ACF3-3C5D3D06E09B}" type="slidenum">
              <a:rPr lang="en-US" smtClean="0"/>
              <a:t>18</a:t>
            </a:fld>
            <a:endParaRPr lang="en-US"/>
          </a:p>
        </p:txBody>
      </p:sp>
    </p:spTree>
    <p:extLst>
      <p:ext uri="{BB962C8B-B14F-4D97-AF65-F5344CB8AC3E}">
        <p14:creationId xmlns:p14="http://schemas.microsoft.com/office/powerpoint/2010/main" val="3003638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OI – Open </a:t>
            </a:r>
            <a:r>
              <a:rPr lang="en-US" dirty="0" err="1"/>
              <a:t>WebUI</a:t>
            </a:r>
            <a:endParaRPr lang="en-US" dirty="0"/>
          </a:p>
        </p:txBody>
      </p:sp>
      <p:sp>
        <p:nvSpPr>
          <p:cNvPr id="4" name="Slide Number Placeholder 3"/>
          <p:cNvSpPr>
            <a:spLocks noGrp="1"/>
          </p:cNvSpPr>
          <p:nvPr>
            <p:ph type="sldNum" sz="quarter" idx="5"/>
          </p:nvPr>
        </p:nvSpPr>
        <p:spPr/>
        <p:txBody>
          <a:bodyPr/>
          <a:lstStyle/>
          <a:p>
            <a:fld id="{3001011D-70FA-4515-ACF3-3C5D3D06E09B}" type="slidenum">
              <a:rPr lang="en-US" smtClean="0"/>
              <a:t>32</a:t>
            </a:fld>
            <a:endParaRPr lang="en-US"/>
          </a:p>
        </p:txBody>
      </p:sp>
    </p:spTree>
    <p:extLst>
      <p:ext uri="{BB962C8B-B14F-4D97-AF65-F5344CB8AC3E}">
        <p14:creationId xmlns:p14="http://schemas.microsoft.com/office/powerpoint/2010/main" val="28318727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01011D-70FA-4515-ACF3-3C5D3D06E09B}" type="slidenum">
              <a:rPr lang="en-US" smtClean="0"/>
              <a:t>34</a:t>
            </a:fld>
            <a:endParaRPr lang="en-US"/>
          </a:p>
        </p:txBody>
      </p:sp>
    </p:spTree>
    <p:extLst>
      <p:ext uri="{BB962C8B-B14F-4D97-AF65-F5344CB8AC3E}">
        <p14:creationId xmlns:p14="http://schemas.microsoft.com/office/powerpoint/2010/main" val="10014516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01011D-70FA-4515-ACF3-3C5D3D06E09B}" type="slidenum">
              <a:rPr lang="en-US" smtClean="0"/>
              <a:t>40</a:t>
            </a:fld>
            <a:endParaRPr lang="en-US"/>
          </a:p>
        </p:txBody>
      </p:sp>
    </p:spTree>
    <p:extLst>
      <p:ext uri="{BB962C8B-B14F-4D97-AF65-F5344CB8AC3E}">
        <p14:creationId xmlns:p14="http://schemas.microsoft.com/office/powerpoint/2010/main" val="38096850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E438443-7729-01E7-34DD-E81AD304E541}"/>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b="0" i="0">
              <a:latin typeface="Arial" panose="020B0604020202020204" pitchFamily="34" charset="0"/>
            </a:endParaRPr>
          </a:p>
        </p:txBody>
      </p:sp>
      <p:pic>
        <p:nvPicPr>
          <p:cNvPr id="8" name="Graphic 7">
            <a:extLst>
              <a:ext uri="{FF2B5EF4-FFF2-40B4-BE49-F238E27FC236}">
                <a16:creationId xmlns:a16="http://schemas.microsoft.com/office/drawing/2014/main" id="{59DE727C-ED5E-812A-DF08-C17910EA2D8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5800" y="533400"/>
            <a:ext cx="1828800" cy="412750"/>
          </a:xfrm>
          <a:prstGeom prst="rect">
            <a:avLst/>
          </a:prstGeom>
        </p:spPr>
      </p:pic>
      <p:sp>
        <p:nvSpPr>
          <p:cNvPr id="2" name="Title 1">
            <a:extLst>
              <a:ext uri="{FF2B5EF4-FFF2-40B4-BE49-F238E27FC236}">
                <a16:creationId xmlns:a16="http://schemas.microsoft.com/office/drawing/2014/main" id="{3AD66D13-30F8-C648-F11E-1CE6AFE5E4A1}"/>
              </a:ext>
            </a:extLst>
          </p:cNvPr>
          <p:cNvSpPr>
            <a:spLocks noGrp="1"/>
          </p:cNvSpPr>
          <p:nvPr>
            <p:ph type="ctrTitle"/>
          </p:nvPr>
        </p:nvSpPr>
        <p:spPr>
          <a:xfrm>
            <a:off x="685800" y="1216152"/>
            <a:ext cx="10817352" cy="1828800"/>
          </a:xfrm>
        </p:spPr>
        <p:txBody>
          <a:bodyPr anchor="b"/>
          <a:lstStyle>
            <a:lvl1pPr algn="l">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F9543195-51E6-D2DD-AB7C-8875FA84F835}"/>
              </a:ext>
            </a:extLst>
          </p:cNvPr>
          <p:cNvSpPr>
            <a:spLocks noGrp="1"/>
          </p:cNvSpPr>
          <p:nvPr>
            <p:ph type="subTitle" idx="1"/>
          </p:nvPr>
        </p:nvSpPr>
        <p:spPr>
          <a:xfrm>
            <a:off x="685800" y="3438144"/>
            <a:ext cx="10817352" cy="832104"/>
          </a:xfrm>
        </p:spPr>
        <p:txBody>
          <a:bodyPr/>
          <a:lstStyle>
            <a:lvl1pPr marL="0" indent="0" algn="l">
              <a:spcBef>
                <a:spcPts val="0"/>
              </a:spcBef>
              <a:buNone/>
              <a:defRPr sz="21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Picture 5">
            <a:extLst>
              <a:ext uri="{FF2B5EF4-FFF2-40B4-BE49-F238E27FC236}">
                <a16:creationId xmlns:a16="http://schemas.microsoft.com/office/drawing/2014/main" id="{F92BFEDD-CF32-8ADD-114A-301F8A99BE96}"/>
              </a:ext>
            </a:extLst>
          </p:cNvPr>
          <p:cNvPicPr>
            <a:picLocks noChangeAspect="1"/>
          </p:cNvPicPr>
          <p:nvPr/>
        </p:nvPicPr>
        <p:blipFill>
          <a:blip r:embed="rId3"/>
          <a:stretch>
            <a:fillRect/>
          </a:stretch>
        </p:blipFill>
        <p:spPr>
          <a:xfrm>
            <a:off x="3048" y="4663440"/>
            <a:ext cx="12188952" cy="1218895"/>
          </a:xfrm>
          <a:prstGeom prst="rect">
            <a:avLst/>
          </a:prstGeom>
        </p:spPr>
      </p:pic>
    </p:spTree>
    <p:extLst>
      <p:ext uri="{BB962C8B-B14F-4D97-AF65-F5344CB8AC3E}">
        <p14:creationId xmlns:p14="http://schemas.microsoft.com/office/powerpoint/2010/main" val="2666158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able of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66D13-30F8-C648-F11E-1CE6AFE5E4A1}"/>
              </a:ext>
            </a:extLst>
          </p:cNvPr>
          <p:cNvSpPr>
            <a:spLocks noGrp="1"/>
          </p:cNvSpPr>
          <p:nvPr>
            <p:ph type="ctrTitle"/>
          </p:nvPr>
        </p:nvSpPr>
        <p:spPr>
          <a:xfrm>
            <a:off x="685800" y="530352"/>
            <a:ext cx="10817352" cy="685800"/>
          </a:xfrm>
        </p:spPr>
        <p:txBody>
          <a:bodyPr anchor="t" anchorCtr="0"/>
          <a:lstStyle>
            <a:lvl1pPr algn="l">
              <a:defRPr sz="4400">
                <a:solidFill>
                  <a:schemeClr val="accent1"/>
                </a:solidFill>
              </a:defRPr>
            </a:lvl1pPr>
          </a:lstStyle>
          <a:p>
            <a:r>
              <a:rPr lang="en-US"/>
              <a:t>Click to edit Master title style</a:t>
            </a:r>
          </a:p>
        </p:txBody>
      </p:sp>
      <p:pic>
        <p:nvPicPr>
          <p:cNvPr id="4" name="Graphic 3">
            <a:extLst>
              <a:ext uri="{FF2B5EF4-FFF2-40B4-BE49-F238E27FC236}">
                <a16:creationId xmlns:a16="http://schemas.microsoft.com/office/drawing/2014/main" id="{03985C4C-E3D2-A178-1876-D93AB923674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5800" y="6373368"/>
            <a:ext cx="1143000" cy="257969"/>
          </a:xfrm>
          <a:prstGeom prst="rect">
            <a:avLst/>
          </a:prstGeom>
        </p:spPr>
      </p:pic>
      <p:sp>
        <p:nvSpPr>
          <p:cNvPr id="5" name="Footer Placeholder 4">
            <a:extLst>
              <a:ext uri="{FF2B5EF4-FFF2-40B4-BE49-F238E27FC236}">
                <a16:creationId xmlns:a16="http://schemas.microsoft.com/office/drawing/2014/main" id="{3FD395F5-0AE5-77F9-803A-AE1D01E571D9}"/>
              </a:ext>
            </a:extLst>
          </p:cNvPr>
          <p:cNvSpPr>
            <a:spLocks noGrp="1"/>
          </p:cNvSpPr>
          <p:nvPr>
            <p:ph type="ftr" sz="quarter" idx="11"/>
          </p:nvPr>
        </p:nvSpPr>
        <p:spPr>
          <a:xfrm>
            <a:off x="6839712" y="6455664"/>
            <a:ext cx="4114800" cy="402336"/>
          </a:xfrm>
        </p:spPr>
        <p:txBody>
          <a:bodyPr/>
          <a:lstStyle/>
          <a:p>
            <a:endParaRPr lang="en-US"/>
          </a:p>
        </p:txBody>
      </p:sp>
      <p:sp>
        <p:nvSpPr>
          <p:cNvPr id="6" name="Slide Number Placeholder 5">
            <a:extLst>
              <a:ext uri="{FF2B5EF4-FFF2-40B4-BE49-F238E27FC236}">
                <a16:creationId xmlns:a16="http://schemas.microsoft.com/office/drawing/2014/main" id="{AB9AA0F4-6FA8-ACC0-6C5E-0F73CE233D11}"/>
              </a:ext>
            </a:extLst>
          </p:cNvPr>
          <p:cNvSpPr>
            <a:spLocks noGrp="1"/>
          </p:cNvSpPr>
          <p:nvPr>
            <p:ph type="sldNum" sz="quarter" idx="12"/>
          </p:nvPr>
        </p:nvSpPr>
        <p:spPr>
          <a:xfrm>
            <a:off x="10954512" y="6455664"/>
            <a:ext cx="548640" cy="402336"/>
          </a:xfrm>
        </p:spPr>
        <p:txBody>
          <a:bodyPr/>
          <a:lstStyle/>
          <a:p>
            <a:fld id="{6631A91D-4C22-4CD0-B896-65CE596131B5}" type="slidenum">
              <a:rPr lang="en-US" smtClean="0"/>
              <a:t>‹#›</a:t>
            </a:fld>
            <a:endParaRPr lang="en-US"/>
          </a:p>
        </p:txBody>
      </p:sp>
      <p:pic>
        <p:nvPicPr>
          <p:cNvPr id="7" name="Picture 6">
            <a:extLst>
              <a:ext uri="{FF2B5EF4-FFF2-40B4-BE49-F238E27FC236}">
                <a16:creationId xmlns:a16="http://schemas.microsoft.com/office/drawing/2014/main" id="{52C7EF84-2148-7171-C46D-D66D64E8C616}"/>
              </a:ext>
            </a:extLst>
          </p:cNvPr>
          <p:cNvPicPr>
            <a:picLocks noChangeAspect="1"/>
          </p:cNvPicPr>
          <p:nvPr/>
        </p:nvPicPr>
        <p:blipFill>
          <a:blip r:embed="rId3"/>
          <a:stretch>
            <a:fillRect/>
          </a:stretch>
        </p:blipFill>
        <p:spPr>
          <a:xfrm>
            <a:off x="3048" y="4663440"/>
            <a:ext cx="12188952" cy="1218895"/>
          </a:xfrm>
          <a:prstGeom prst="rect">
            <a:avLst/>
          </a:prstGeom>
        </p:spPr>
      </p:pic>
      <p:sp>
        <p:nvSpPr>
          <p:cNvPr id="9" name="Text Placeholder 8">
            <a:extLst>
              <a:ext uri="{FF2B5EF4-FFF2-40B4-BE49-F238E27FC236}">
                <a16:creationId xmlns:a16="http://schemas.microsoft.com/office/drawing/2014/main" id="{41729DD6-8C18-5E82-00B6-BA968F385C22}"/>
              </a:ext>
            </a:extLst>
          </p:cNvPr>
          <p:cNvSpPr>
            <a:spLocks noGrp="1"/>
          </p:cNvSpPr>
          <p:nvPr>
            <p:ph type="body" sz="quarter" idx="13" hasCustomPrompt="1"/>
          </p:nvPr>
        </p:nvSpPr>
        <p:spPr>
          <a:xfrm>
            <a:off x="685800" y="1216153"/>
            <a:ext cx="10817352" cy="2651760"/>
          </a:xfrm>
        </p:spPr>
        <p:txBody>
          <a:bodyPr/>
          <a:lstStyle>
            <a:lvl1pPr marL="320040" indent="-320040">
              <a:buFont typeface="+mj-lt"/>
              <a:buAutoNum type="arabicPeriod"/>
              <a:defRPr/>
            </a:lvl1pPr>
          </a:lstStyle>
          <a:p>
            <a:pPr lvl="0"/>
            <a:r>
              <a:rPr lang="en-US"/>
              <a:t>Add your table of content items here</a:t>
            </a:r>
          </a:p>
        </p:txBody>
      </p:sp>
      <p:sp>
        <p:nvSpPr>
          <p:cNvPr id="11" name="Text Placeholder 10">
            <a:extLst>
              <a:ext uri="{FF2B5EF4-FFF2-40B4-BE49-F238E27FC236}">
                <a16:creationId xmlns:a16="http://schemas.microsoft.com/office/drawing/2014/main" id="{882A00D9-E69C-85E1-C0EA-990493E27676}"/>
              </a:ext>
            </a:extLst>
          </p:cNvPr>
          <p:cNvSpPr>
            <a:spLocks noGrp="1"/>
          </p:cNvSpPr>
          <p:nvPr>
            <p:ph type="body" sz="quarter" idx="14"/>
          </p:nvPr>
        </p:nvSpPr>
        <p:spPr>
          <a:xfrm>
            <a:off x="685800" y="4069080"/>
            <a:ext cx="10817352" cy="219456"/>
          </a:xfrm>
        </p:spPr>
        <p:txBody>
          <a:bodyPr>
            <a:spAutoFit/>
          </a:bodyPr>
          <a:lstStyle>
            <a:lvl1pPr>
              <a:buNone/>
              <a:defRPr sz="1400">
                <a:solidFill>
                  <a:schemeClr val="bg1">
                    <a:lumMod val="50000"/>
                  </a:schemeClr>
                </a:solidFill>
              </a:defRPr>
            </a:lvl1pPr>
            <a:lvl2pPr>
              <a:defRPr sz="1400">
                <a:solidFill>
                  <a:schemeClr val="bg1">
                    <a:lumMod val="50000"/>
                  </a:schemeClr>
                </a:solidFill>
              </a:defRPr>
            </a:lvl2pPr>
            <a:lvl3pPr>
              <a:defRPr sz="1400">
                <a:solidFill>
                  <a:schemeClr val="bg1">
                    <a:lumMod val="50000"/>
                  </a:schemeClr>
                </a:solidFill>
              </a:defRPr>
            </a:lvl3pPr>
            <a:lvl4pPr>
              <a:defRPr sz="1400">
                <a:solidFill>
                  <a:schemeClr val="bg1">
                    <a:lumMod val="50000"/>
                  </a:schemeClr>
                </a:solidFill>
              </a:defRPr>
            </a:lvl4pPr>
            <a:lvl5pPr>
              <a:defRPr sz="1400">
                <a:solidFill>
                  <a:schemeClr val="bg1">
                    <a:lumMod val="50000"/>
                  </a:schemeClr>
                </a:solidFill>
              </a:defRPr>
            </a:lvl5pPr>
          </a:lstStyle>
          <a:p>
            <a:pPr lvl="0"/>
            <a:r>
              <a:rPr lang="en-US"/>
              <a:t>Click to edit Master text styles</a:t>
            </a:r>
          </a:p>
        </p:txBody>
      </p:sp>
    </p:spTree>
    <p:extLst>
      <p:ext uri="{BB962C8B-B14F-4D97-AF65-F5344CB8AC3E}">
        <p14:creationId xmlns:p14="http://schemas.microsoft.com/office/powerpoint/2010/main" val="2753608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Cover – Photo">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21489C6-C437-AACD-1935-508305FA6051}"/>
              </a:ext>
            </a:extLst>
          </p:cNvPr>
          <p:cNvSpPr/>
          <p:nvPr/>
        </p:nvSpPr>
        <p:spPr>
          <a:xfrm>
            <a:off x="0" y="1"/>
            <a:ext cx="12192000" cy="479571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b="0" i="0">
              <a:latin typeface="Arial" panose="020B0604020202020204" pitchFamily="34" charset="0"/>
            </a:endParaRPr>
          </a:p>
        </p:txBody>
      </p:sp>
      <p:pic>
        <p:nvPicPr>
          <p:cNvPr id="10" name="Picture 9">
            <a:extLst>
              <a:ext uri="{FF2B5EF4-FFF2-40B4-BE49-F238E27FC236}">
                <a16:creationId xmlns:a16="http://schemas.microsoft.com/office/drawing/2014/main" id="{A0C634DA-2CED-2572-1E5F-C06A707F45E4}"/>
              </a:ext>
            </a:extLst>
          </p:cNvPr>
          <p:cNvPicPr>
            <a:picLocks noChangeAspect="1"/>
          </p:cNvPicPr>
          <p:nvPr/>
        </p:nvPicPr>
        <p:blipFill>
          <a:blip r:embed="rId2"/>
          <a:stretch>
            <a:fillRect/>
          </a:stretch>
        </p:blipFill>
        <p:spPr>
          <a:xfrm>
            <a:off x="0" y="4663136"/>
            <a:ext cx="12192000" cy="1219200"/>
          </a:xfrm>
          <a:prstGeom prst="rect">
            <a:avLst/>
          </a:prstGeom>
        </p:spPr>
      </p:pic>
      <p:sp>
        <p:nvSpPr>
          <p:cNvPr id="2" name="Title 1">
            <a:extLst>
              <a:ext uri="{FF2B5EF4-FFF2-40B4-BE49-F238E27FC236}">
                <a16:creationId xmlns:a16="http://schemas.microsoft.com/office/drawing/2014/main" id="{3AD66D13-30F8-C648-F11E-1CE6AFE5E4A1}"/>
              </a:ext>
            </a:extLst>
          </p:cNvPr>
          <p:cNvSpPr>
            <a:spLocks noGrp="1"/>
          </p:cNvSpPr>
          <p:nvPr>
            <p:ph type="ctrTitle" hasCustomPrompt="1"/>
          </p:nvPr>
        </p:nvSpPr>
        <p:spPr>
          <a:xfrm>
            <a:off x="685800" y="530352"/>
            <a:ext cx="6082553" cy="2514598"/>
          </a:xfrm>
        </p:spPr>
        <p:txBody>
          <a:bodyPr anchor="b" anchorCtr="0"/>
          <a:lstStyle>
            <a:lvl1pPr algn="l">
              <a:defRPr sz="6000">
                <a:solidFill>
                  <a:schemeClr val="bg1"/>
                </a:solidFill>
              </a:defRPr>
            </a:lvl1pPr>
          </a:lstStyle>
          <a:p>
            <a:r>
              <a:rPr lang="en-US"/>
              <a:t>Add your section title here</a:t>
            </a:r>
          </a:p>
        </p:txBody>
      </p:sp>
      <p:pic>
        <p:nvPicPr>
          <p:cNvPr id="4" name="Graphic 3">
            <a:extLst>
              <a:ext uri="{FF2B5EF4-FFF2-40B4-BE49-F238E27FC236}">
                <a16:creationId xmlns:a16="http://schemas.microsoft.com/office/drawing/2014/main" id="{03985C4C-E3D2-A178-1876-D93AB92367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5800" y="6373368"/>
            <a:ext cx="1143000" cy="257969"/>
          </a:xfrm>
          <a:prstGeom prst="rect">
            <a:avLst/>
          </a:prstGeom>
        </p:spPr>
      </p:pic>
      <p:sp>
        <p:nvSpPr>
          <p:cNvPr id="5" name="Footer Placeholder 4">
            <a:extLst>
              <a:ext uri="{FF2B5EF4-FFF2-40B4-BE49-F238E27FC236}">
                <a16:creationId xmlns:a16="http://schemas.microsoft.com/office/drawing/2014/main" id="{3FD395F5-0AE5-77F9-803A-AE1D01E571D9}"/>
              </a:ext>
            </a:extLst>
          </p:cNvPr>
          <p:cNvSpPr>
            <a:spLocks noGrp="1"/>
          </p:cNvSpPr>
          <p:nvPr>
            <p:ph type="ftr" sz="quarter" idx="11"/>
          </p:nvPr>
        </p:nvSpPr>
        <p:spPr>
          <a:xfrm>
            <a:off x="6839712" y="6455664"/>
            <a:ext cx="4114800" cy="402336"/>
          </a:xfrm>
        </p:spPr>
        <p:txBody>
          <a:bodyPr/>
          <a:lstStyle/>
          <a:p>
            <a:endParaRPr lang="en-US"/>
          </a:p>
        </p:txBody>
      </p:sp>
      <p:sp>
        <p:nvSpPr>
          <p:cNvPr id="6" name="Slide Number Placeholder 5">
            <a:extLst>
              <a:ext uri="{FF2B5EF4-FFF2-40B4-BE49-F238E27FC236}">
                <a16:creationId xmlns:a16="http://schemas.microsoft.com/office/drawing/2014/main" id="{AB9AA0F4-6FA8-ACC0-6C5E-0F73CE233D11}"/>
              </a:ext>
            </a:extLst>
          </p:cNvPr>
          <p:cNvSpPr>
            <a:spLocks noGrp="1"/>
          </p:cNvSpPr>
          <p:nvPr>
            <p:ph type="sldNum" sz="quarter" idx="12"/>
          </p:nvPr>
        </p:nvSpPr>
        <p:spPr>
          <a:xfrm>
            <a:off x="10954512" y="6455664"/>
            <a:ext cx="548640" cy="402336"/>
          </a:xfrm>
        </p:spPr>
        <p:txBody>
          <a:bodyPr/>
          <a:lstStyle/>
          <a:p>
            <a:fld id="{6631A91D-4C22-4CD0-B896-65CE596131B5}" type="slidenum">
              <a:rPr lang="en-US" smtClean="0"/>
              <a:t>‹#›</a:t>
            </a:fld>
            <a:endParaRPr lang="en-US"/>
          </a:p>
        </p:txBody>
      </p:sp>
      <p:sp>
        <p:nvSpPr>
          <p:cNvPr id="9" name="Text Placeholder 8">
            <a:extLst>
              <a:ext uri="{FF2B5EF4-FFF2-40B4-BE49-F238E27FC236}">
                <a16:creationId xmlns:a16="http://schemas.microsoft.com/office/drawing/2014/main" id="{41729DD6-8C18-5E82-00B6-BA968F385C22}"/>
              </a:ext>
            </a:extLst>
          </p:cNvPr>
          <p:cNvSpPr>
            <a:spLocks noGrp="1"/>
          </p:cNvSpPr>
          <p:nvPr>
            <p:ph type="body" sz="quarter" idx="13" hasCustomPrompt="1"/>
          </p:nvPr>
        </p:nvSpPr>
        <p:spPr>
          <a:xfrm>
            <a:off x="685800" y="3438143"/>
            <a:ext cx="6082552" cy="832104"/>
          </a:xfrm>
        </p:spPr>
        <p:txBody>
          <a:bodyPr/>
          <a:lstStyle>
            <a:lvl1pPr marL="320040" indent="-320040">
              <a:buClrTx/>
              <a:buFont typeface="Arial" panose="020B0604020202020204" pitchFamily="34" charset="0"/>
              <a:buNone/>
              <a:defRPr sz="2100" b="0">
                <a:solidFill>
                  <a:schemeClr val="bg1"/>
                </a:solidFill>
              </a:defRPr>
            </a:lvl1pPr>
          </a:lstStyle>
          <a:p>
            <a:pPr lvl="0"/>
            <a:r>
              <a:rPr lang="en-US"/>
              <a:t>Add list of items here</a:t>
            </a:r>
          </a:p>
        </p:txBody>
      </p:sp>
    </p:spTree>
    <p:extLst>
      <p:ext uri="{BB962C8B-B14F-4D97-AF65-F5344CB8AC3E}">
        <p14:creationId xmlns:p14="http://schemas.microsoft.com/office/powerpoint/2010/main" val="4274770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Cover – 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21489C6-C437-AACD-1935-508305FA6051}"/>
              </a:ext>
            </a:extLst>
          </p:cNvPr>
          <p:cNvSpPr/>
          <p:nvPr/>
        </p:nvSpPr>
        <p:spPr>
          <a:xfrm>
            <a:off x="0" y="0"/>
            <a:ext cx="12192000" cy="470104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b="0" i="0">
              <a:latin typeface="Arial" panose="020B0604020202020204" pitchFamily="34" charset="0"/>
            </a:endParaRPr>
          </a:p>
        </p:txBody>
      </p:sp>
      <p:pic>
        <p:nvPicPr>
          <p:cNvPr id="10" name="Picture 9">
            <a:extLst>
              <a:ext uri="{FF2B5EF4-FFF2-40B4-BE49-F238E27FC236}">
                <a16:creationId xmlns:a16="http://schemas.microsoft.com/office/drawing/2014/main" id="{A0C634DA-2CED-2572-1E5F-C06A707F45E4}"/>
              </a:ext>
            </a:extLst>
          </p:cNvPr>
          <p:cNvPicPr>
            <a:picLocks noChangeAspect="1"/>
          </p:cNvPicPr>
          <p:nvPr/>
        </p:nvPicPr>
        <p:blipFill>
          <a:blip r:embed="rId2"/>
          <a:stretch>
            <a:fillRect/>
          </a:stretch>
        </p:blipFill>
        <p:spPr>
          <a:xfrm>
            <a:off x="0" y="4660088"/>
            <a:ext cx="12192000" cy="1219200"/>
          </a:xfrm>
          <a:prstGeom prst="rect">
            <a:avLst/>
          </a:prstGeom>
        </p:spPr>
      </p:pic>
      <p:sp>
        <p:nvSpPr>
          <p:cNvPr id="2" name="Title 1">
            <a:extLst>
              <a:ext uri="{FF2B5EF4-FFF2-40B4-BE49-F238E27FC236}">
                <a16:creationId xmlns:a16="http://schemas.microsoft.com/office/drawing/2014/main" id="{3AD66D13-30F8-C648-F11E-1CE6AFE5E4A1}"/>
              </a:ext>
            </a:extLst>
          </p:cNvPr>
          <p:cNvSpPr>
            <a:spLocks noGrp="1"/>
          </p:cNvSpPr>
          <p:nvPr>
            <p:ph type="ctrTitle" hasCustomPrompt="1"/>
          </p:nvPr>
        </p:nvSpPr>
        <p:spPr>
          <a:xfrm>
            <a:off x="685800" y="530352"/>
            <a:ext cx="9040906" cy="2514598"/>
          </a:xfrm>
        </p:spPr>
        <p:txBody>
          <a:bodyPr anchor="b" anchorCtr="0"/>
          <a:lstStyle>
            <a:lvl1pPr algn="l">
              <a:defRPr sz="6000">
                <a:solidFill>
                  <a:schemeClr val="bg1"/>
                </a:solidFill>
              </a:defRPr>
            </a:lvl1pPr>
          </a:lstStyle>
          <a:p>
            <a:r>
              <a:rPr lang="en-US"/>
              <a:t>Add your section title here</a:t>
            </a:r>
          </a:p>
        </p:txBody>
      </p:sp>
      <p:pic>
        <p:nvPicPr>
          <p:cNvPr id="4" name="Graphic 3">
            <a:extLst>
              <a:ext uri="{FF2B5EF4-FFF2-40B4-BE49-F238E27FC236}">
                <a16:creationId xmlns:a16="http://schemas.microsoft.com/office/drawing/2014/main" id="{03985C4C-E3D2-A178-1876-D93AB92367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5800" y="6373368"/>
            <a:ext cx="1143000" cy="257969"/>
          </a:xfrm>
          <a:prstGeom prst="rect">
            <a:avLst/>
          </a:prstGeom>
        </p:spPr>
      </p:pic>
      <p:sp>
        <p:nvSpPr>
          <p:cNvPr id="5" name="Footer Placeholder 4">
            <a:extLst>
              <a:ext uri="{FF2B5EF4-FFF2-40B4-BE49-F238E27FC236}">
                <a16:creationId xmlns:a16="http://schemas.microsoft.com/office/drawing/2014/main" id="{3FD395F5-0AE5-77F9-803A-AE1D01E571D9}"/>
              </a:ext>
            </a:extLst>
          </p:cNvPr>
          <p:cNvSpPr>
            <a:spLocks noGrp="1"/>
          </p:cNvSpPr>
          <p:nvPr>
            <p:ph type="ftr" sz="quarter" idx="11"/>
          </p:nvPr>
        </p:nvSpPr>
        <p:spPr>
          <a:xfrm>
            <a:off x="6839712" y="6455664"/>
            <a:ext cx="4114800" cy="402336"/>
          </a:xfrm>
        </p:spPr>
        <p:txBody>
          <a:bodyPr/>
          <a:lstStyle/>
          <a:p>
            <a:endParaRPr lang="en-US"/>
          </a:p>
        </p:txBody>
      </p:sp>
      <p:sp>
        <p:nvSpPr>
          <p:cNvPr id="6" name="Slide Number Placeholder 5">
            <a:extLst>
              <a:ext uri="{FF2B5EF4-FFF2-40B4-BE49-F238E27FC236}">
                <a16:creationId xmlns:a16="http://schemas.microsoft.com/office/drawing/2014/main" id="{AB9AA0F4-6FA8-ACC0-6C5E-0F73CE233D11}"/>
              </a:ext>
            </a:extLst>
          </p:cNvPr>
          <p:cNvSpPr>
            <a:spLocks noGrp="1"/>
          </p:cNvSpPr>
          <p:nvPr>
            <p:ph type="sldNum" sz="quarter" idx="12"/>
          </p:nvPr>
        </p:nvSpPr>
        <p:spPr>
          <a:xfrm>
            <a:off x="10954512" y="6455664"/>
            <a:ext cx="548640" cy="402336"/>
          </a:xfrm>
        </p:spPr>
        <p:txBody>
          <a:bodyPr/>
          <a:lstStyle/>
          <a:p>
            <a:fld id="{6631A91D-4C22-4CD0-B896-65CE596131B5}" type="slidenum">
              <a:rPr lang="en-US" smtClean="0"/>
              <a:t>‹#›</a:t>
            </a:fld>
            <a:endParaRPr lang="en-US"/>
          </a:p>
        </p:txBody>
      </p:sp>
      <p:sp>
        <p:nvSpPr>
          <p:cNvPr id="9" name="Text Placeholder 8">
            <a:extLst>
              <a:ext uri="{FF2B5EF4-FFF2-40B4-BE49-F238E27FC236}">
                <a16:creationId xmlns:a16="http://schemas.microsoft.com/office/drawing/2014/main" id="{41729DD6-8C18-5E82-00B6-BA968F385C22}"/>
              </a:ext>
            </a:extLst>
          </p:cNvPr>
          <p:cNvSpPr>
            <a:spLocks noGrp="1"/>
          </p:cNvSpPr>
          <p:nvPr>
            <p:ph type="body" sz="quarter" idx="13" hasCustomPrompt="1"/>
          </p:nvPr>
        </p:nvSpPr>
        <p:spPr>
          <a:xfrm>
            <a:off x="685800" y="3438143"/>
            <a:ext cx="6153912" cy="832104"/>
          </a:xfrm>
        </p:spPr>
        <p:txBody>
          <a:bodyPr/>
          <a:lstStyle>
            <a:lvl1pPr marL="320040" indent="-320040">
              <a:buClrTx/>
              <a:buFont typeface="Arial" panose="020B0604020202020204" pitchFamily="34" charset="0"/>
              <a:buNone/>
              <a:defRPr sz="2100" b="0">
                <a:solidFill>
                  <a:schemeClr val="bg1"/>
                </a:solidFill>
              </a:defRPr>
            </a:lvl1pPr>
          </a:lstStyle>
          <a:p>
            <a:pPr lvl="0"/>
            <a:r>
              <a:rPr lang="en-US"/>
              <a:t>Add list of items here</a:t>
            </a:r>
          </a:p>
        </p:txBody>
      </p:sp>
    </p:spTree>
    <p:extLst>
      <p:ext uri="{BB962C8B-B14F-4D97-AF65-F5344CB8AC3E}">
        <p14:creationId xmlns:p14="http://schemas.microsoft.com/office/powerpoint/2010/main" val="3683328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Full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CBB5D-77A6-D0EC-7B18-D6A92D06F9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D6BCDA-7CE1-2F43-31DB-95432B554E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27F1C39-4028-D644-717B-F8793BCA29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3CE54D-E35F-066B-B9F2-75A2BC7C78CB}"/>
              </a:ext>
            </a:extLst>
          </p:cNvPr>
          <p:cNvSpPr>
            <a:spLocks noGrp="1"/>
          </p:cNvSpPr>
          <p:nvPr>
            <p:ph type="sldNum" sz="quarter" idx="12"/>
          </p:nvPr>
        </p:nvSpPr>
        <p:spPr/>
        <p:txBody>
          <a:bodyPr/>
          <a:lstStyle/>
          <a:p>
            <a:fld id="{6631A91D-4C22-4CD0-B896-65CE596131B5}" type="slidenum">
              <a:rPr lang="en-US" smtClean="0"/>
              <a:t>‹#›</a:t>
            </a:fld>
            <a:endParaRPr lang="en-US"/>
          </a:p>
        </p:txBody>
      </p:sp>
      <p:pic>
        <p:nvPicPr>
          <p:cNvPr id="9" name="Graphic 8">
            <a:extLst>
              <a:ext uri="{FF2B5EF4-FFF2-40B4-BE49-F238E27FC236}">
                <a16:creationId xmlns:a16="http://schemas.microsoft.com/office/drawing/2014/main" id="{8A29622B-58C7-3F6F-DAFE-829D14EF2AC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5800" y="6373368"/>
            <a:ext cx="1143000" cy="257969"/>
          </a:xfrm>
          <a:prstGeom prst="rect">
            <a:avLst/>
          </a:prstGeom>
        </p:spPr>
      </p:pic>
    </p:spTree>
    <p:extLst>
      <p:ext uri="{BB962C8B-B14F-4D97-AF65-F5344CB8AC3E}">
        <p14:creationId xmlns:p14="http://schemas.microsoft.com/office/powerpoint/2010/main" val="451420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Full Blue – Acc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19A46A-14F1-CFC9-9B42-9B730AE84FBC}"/>
              </a:ext>
            </a:extLst>
          </p:cNvPr>
          <p:cNvSpPr/>
          <p:nvPr/>
        </p:nvSpPr>
        <p:spPr>
          <a:xfrm>
            <a:off x="0" y="1793"/>
            <a:ext cx="12192000" cy="6177131"/>
          </a:xfrm>
          <a:prstGeom prst="rect">
            <a:avLst/>
          </a:prstGeom>
          <a:solidFill>
            <a:schemeClr val="accent1">
              <a:alpha val="1977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CCBB5D-77A6-D0EC-7B18-D6A92D06F9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D6BCDA-7CE1-2F43-31DB-95432B554E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27F1C39-4028-D644-717B-F8793BCA29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3CE54D-E35F-066B-B9F2-75A2BC7C78CB}"/>
              </a:ext>
            </a:extLst>
          </p:cNvPr>
          <p:cNvSpPr>
            <a:spLocks noGrp="1"/>
          </p:cNvSpPr>
          <p:nvPr>
            <p:ph type="sldNum" sz="quarter" idx="12"/>
          </p:nvPr>
        </p:nvSpPr>
        <p:spPr/>
        <p:txBody>
          <a:bodyPr/>
          <a:lstStyle/>
          <a:p>
            <a:fld id="{6631A91D-4C22-4CD0-B896-65CE596131B5}" type="slidenum">
              <a:rPr lang="en-US" smtClean="0"/>
              <a:t>‹#›</a:t>
            </a:fld>
            <a:endParaRPr lang="en-US"/>
          </a:p>
        </p:txBody>
      </p:sp>
      <p:pic>
        <p:nvPicPr>
          <p:cNvPr id="9" name="Graphic 8">
            <a:extLst>
              <a:ext uri="{FF2B5EF4-FFF2-40B4-BE49-F238E27FC236}">
                <a16:creationId xmlns:a16="http://schemas.microsoft.com/office/drawing/2014/main" id="{8A29622B-58C7-3F6F-DAFE-829D14EF2AC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5800" y="6373368"/>
            <a:ext cx="1143000" cy="257969"/>
          </a:xfrm>
          <a:prstGeom prst="rect">
            <a:avLst/>
          </a:prstGeom>
        </p:spPr>
      </p:pic>
    </p:spTree>
    <p:extLst>
      <p:ext uri="{BB962C8B-B14F-4D97-AF65-F5344CB8AC3E}">
        <p14:creationId xmlns:p14="http://schemas.microsoft.com/office/powerpoint/2010/main" val="2521373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Full Gold – Acc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19A46A-14F1-CFC9-9B42-9B730AE84FBC}"/>
              </a:ext>
            </a:extLst>
          </p:cNvPr>
          <p:cNvSpPr/>
          <p:nvPr/>
        </p:nvSpPr>
        <p:spPr>
          <a:xfrm>
            <a:off x="0" y="1793"/>
            <a:ext cx="12192000" cy="6177131"/>
          </a:xfrm>
          <a:prstGeom prst="rect">
            <a:avLst/>
          </a:prstGeom>
          <a:solidFill>
            <a:schemeClr val="accent2">
              <a:alpha val="1977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40000"/>
                  <a:lumOff val="60000"/>
                </a:schemeClr>
              </a:solidFill>
            </a:endParaRPr>
          </a:p>
        </p:txBody>
      </p:sp>
      <p:sp>
        <p:nvSpPr>
          <p:cNvPr id="2" name="Title 1">
            <a:extLst>
              <a:ext uri="{FF2B5EF4-FFF2-40B4-BE49-F238E27FC236}">
                <a16:creationId xmlns:a16="http://schemas.microsoft.com/office/drawing/2014/main" id="{32CCBB5D-77A6-D0EC-7B18-D6A92D06F9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D6BCDA-7CE1-2F43-31DB-95432B554E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27F1C39-4028-D644-717B-F8793BCA29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3CE54D-E35F-066B-B9F2-75A2BC7C78CB}"/>
              </a:ext>
            </a:extLst>
          </p:cNvPr>
          <p:cNvSpPr>
            <a:spLocks noGrp="1"/>
          </p:cNvSpPr>
          <p:nvPr>
            <p:ph type="sldNum" sz="quarter" idx="12"/>
          </p:nvPr>
        </p:nvSpPr>
        <p:spPr/>
        <p:txBody>
          <a:bodyPr/>
          <a:lstStyle/>
          <a:p>
            <a:fld id="{6631A91D-4C22-4CD0-B896-65CE596131B5}" type="slidenum">
              <a:rPr lang="en-US" smtClean="0"/>
              <a:t>‹#›</a:t>
            </a:fld>
            <a:endParaRPr lang="en-US"/>
          </a:p>
        </p:txBody>
      </p:sp>
      <p:pic>
        <p:nvPicPr>
          <p:cNvPr id="9" name="Graphic 8">
            <a:extLst>
              <a:ext uri="{FF2B5EF4-FFF2-40B4-BE49-F238E27FC236}">
                <a16:creationId xmlns:a16="http://schemas.microsoft.com/office/drawing/2014/main" id="{8A29622B-58C7-3F6F-DAFE-829D14EF2AC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5800" y="6373368"/>
            <a:ext cx="1143000" cy="257969"/>
          </a:xfrm>
          <a:prstGeom prst="rect">
            <a:avLst/>
          </a:prstGeom>
        </p:spPr>
      </p:pic>
    </p:spTree>
    <p:extLst>
      <p:ext uri="{BB962C8B-B14F-4D97-AF65-F5344CB8AC3E}">
        <p14:creationId xmlns:p14="http://schemas.microsoft.com/office/powerpoint/2010/main" val="3903010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Full White – 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A420E-FB1E-2016-D36A-E38C204D7E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75A20A-5754-6CE9-4E55-DEE3D3F8058C}"/>
              </a:ext>
            </a:extLst>
          </p:cNvPr>
          <p:cNvSpPr>
            <a:spLocks noGrp="1"/>
          </p:cNvSpPr>
          <p:nvPr>
            <p:ph sz="half" idx="1"/>
          </p:nvPr>
        </p:nvSpPr>
        <p:spPr>
          <a:xfrm>
            <a:off x="685800" y="1344168"/>
            <a:ext cx="5212080" cy="4663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CD004E-7E1C-5789-D279-00EA558E0947}"/>
              </a:ext>
            </a:extLst>
          </p:cNvPr>
          <p:cNvSpPr>
            <a:spLocks noGrp="1"/>
          </p:cNvSpPr>
          <p:nvPr>
            <p:ph sz="half" idx="2"/>
          </p:nvPr>
        </p:nvSpPr>
        <p:spPr>
          <a:xfrm>
            <a:off x="6291072" y="1344168"/>
            <a:ext cx="5212080" cy="4663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6DC92D3-3E57-A687-8431-CD74C46A86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99FC73-1BBE-FEB2-F37E-E306480397D8}"/>
              </a:ext>
            </a:extLst>
          </p:cNvPr>
          <p:cNvSpPr>
            <a:spLocks noGrp="1"/>
          </p:cNvSpPr>
          <p:nvPr>
            <p:ph type="sldNum" sz="quarter" idx="12"/>
          </p:nvPr>
        </p:nvSpPr>
        <p:spPr/>
        <p:txBody>
          <a:bodyPr/>
          <a:lstStyle/>
          <a:p>
            <a:fld id="{6631A91D-4C22-4CD0-B896-65CE596131B5}" type="slidenum">
              <a:rPr lang="en-US" smtClean="0"/>
              <a:t>‹#›</a:t>
            </a:fld>
            <a:endParaRPr lang="en-US"/>
          </a:p>
        </p:txBody>
      </p:sp>
      <p:pic>
        <p:nvPicPr>
          <p:cNvPr id="9" name="Graphic 8">
            <a:extLst>
              <a:ext uri="{FF2B5EF4-FFF2-40B4-BE49-F238E27FC236}">
                <a16:creationId xmlns:a16="http://schemas.microsoft.com/office/drawing/2014/main" id="{0FB9AB8A-BCA9-DA42-356E-28370D1276E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5800" y="6373368"/>
            <a:ext cx="1143000" cy="257969"/>
          </a:xfrm>
          <a:prstGeom prst="rect">
            <a:avLst/>
          </a:prstGeom>
        </p:spPr>
      </p:pic>
    </p:spTree>
    <p:extLst>
      <p:ext uri="{BB962C8B-B14F-4D97-AF65-F5344CB8AC3E}">
        <p14:creationId xmlns:p14="http://schemas.microsoft.com/office/powerpoint/2010/main" val="1995821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Footer Brid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4E5DA6-BCE5-7D44-BE58-ABFB1C771F39}"/>
              </a:ext>
            </a:extLst>
          </p:cNvPr>
          <p:cNvPicPr>
            <a:picLocks noChangeAspect="1"/>
          </p:cNvPicPr>
          <p:nvPr/>
        </p:nvPicPr>
        <p:blipFill>
          <a:blip r:embed="rId2"/>
          <a:stretch>
            <a:fillRect/>
          </a:stretch>
        </p:blipFill>
        <p:spPr>
          <a:xfrm>
            <a:off x="-1" y="0"/>
            <a:ext cx="12192001" cy="6858000"/>
          </a:xfrm>
          <a:prstGeom prst="rect">
            <a:avLst/>
          </a:prstGeom>
        </p:spPr>
      </p:pic>
      <p:sp>
        <p:nvSpPr>
          <p:cNvPr id="2" name="Title 1">
            <a:extLst>
              <a:ext uri="{FF2B5EF4-FFF2-40B4-BE49-F238E27FC236}">
                <a16:creationId xmlns:a16="http://schemas.microsoft.com/office/drawing/2014/main" id="{32CCBB5D-77A6-D0EC-7B18-D6A92D06F9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D6BCDA-7CE1-2F43-31DB-95432B554E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27F1C39-4028-D644-717B-F8793BCA29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3CE54D-E35F-066B-B9F2-75A2BC7C78CB}"/>
              </a:ext>
            </a:extLst>
          </p:cNvPr>
          <p:cNvSpPr>
            <a:spLocks noGrp="1"/>
          </p:cNvSpPr>
          <p:nvPr>
            <p:ph type="sldNum" sz="quarter" idx="12"/>
          </p:nvPr>
        </p:nvSpPr>
        <p:spPr/>
        <p:txBody>
          <a:bodyPr/>
          <a:lstStyle/>
          <a:p>
            <a:fld id="{6631A91D-4C22-4CD0-B896-65CE596131B5}" type="slidenum">
              <a:rPr lang="en-US" smtClean="0"/>
              <a:t>‹#›</a:t>
            </a:fld>
            <a:endParaRPr lang="en-US"/>
          </a:p>
        </p:txBody>
      </p:sp>
      <p:pic>
        <p:nvPicPr>
          <p:cNvPr id="10" name="Graphic 9">
            <a:extLst>
              <a:ext uri="{FF2B5EF4-FFF2-40B4-BE49-F238E27FC236}">
                <a16:creationId xmlns:a16="http://schemas.microsoft.com/office/drawing/2014/main" id="{61FC801E-6192-8F0F-32F6-B5156FD862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5800" y="6373368"/>
            <a:ext cx="1143000" cy="257969"/>
          </a:xfrm>
          <a:prstGeom prst="rect">
            <a:avLst/>
          </a:prstGeom>
        </p:spPr>
      </p:pic>
    </p:spTree>
    <p:extLst>
      <p:ext uri="{BB962C8B-B14F-4D97-AF65-F5344CB8AC3E}">
        <p14:creationId xmlns:p14="http://schemas.microsoft.com/office/powerpoint/2010/main" val="3756588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Header Bridg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1B713C5-3E60-F5FC-08B8-97947B367BA1}"/>
              </a:ext>
            </a:extLst>
          </p:cNvPr>
          <p:cNvPicPr>
            <a:picLocks noChangeAspect="1"/>
          </p:cNvPicPr>
          <p:nvPr/>
        </p:nvPicPr>
        <p:blipFill>
          <a:blip r:embed="rId2"/>
          <a:stretch>
            <a:fillRect/>
          </a:stretch>
        </p:blipFill>
        <p:spPr>
          <a:xfrm>
            <a:off x="0" y="0"/>
            <a:ext cx="12188952" cy="1142713"/>
          </a:xfrm>
          <a:prstGeom prst="rect">
            <a:avLst/>
          </a:prstGeom>
        </p:spPr>
      </p:pic>
      <p:sp>
        <p:nvSpPr>
          <p:cNvPr id="2" name="Title 1">
            <a:extLst>
              <a:ext uri="{FF2B5EF4-FFF2-40B4-BE49-F238E27FC236}">
                <a16:creationId xmlns:a16="http://schemas.microsoft.com/office/drawing/2014/main" id="{32CCBB5D-77A6-D0EC-7B18-D6A92D06F927}"/>
              </a:ext>
            </a:extLst>
          </p:cNvPr>
          <p:cNvSpPr>
            <a:spLocks noGrp="1"/>
          </p:cNvSpPr>
          <p:nvPr>
            <p:ph type="title"/>
          </p:nvPr>
        </p:nvSpPr>
        <p:spPr>
          <a:xfrm>
            <a:off x="685800" y="1014984"/>
            <a:ext cx="10817352" cy="685800"/>
          </a:xfrm>
        </p:spPr>
        <p:txBody>
          <a:bodyPr anchor="t" anchorCtr="0"/>
          <a:lstStyle/>
          <a:p>
            <a:r>
              <a:rPr lang="en-US"/>
              <a:t>Click to edit Master title style</a:t>
            </a:r>
          </a:p>
        </p:txBody>
      </p:sp>
      <p:sp>
        <p:nvSpPr>
          <p:cNvPr id="3" name="Content Placeholder 2">
            <a:extLst>
              <a:ext uri="{FF2B5EF4-FFF2-40B4-BE49-F238E27FC236}">
                <a16:creationId xmlns:a16="http://schemas.microsoft.com/office/drawing/2014/main" id="{FAD6BCDA-7CE1-2F43-31DB-95432B554E66}"/>
              </a:ext>
            </a:extLst>
          </p:cNvPr>
          <p:cNvSpPr>
            <a:spLocks noGrp="1"/>
          </p:cNvSpPr>
          <p:nvPr>
            <p:ph idx="1"/>
          </p:nvPr>
        </p:nvSpPr>
        <p:spPr>
          <a:xfrm>
            <a:off x="685800" y="1700784"/>
            <a:ext cx="10817352" cy="44714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27F1C39-4028-D644-717B-F8793BCA29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3CE54D-E35F-066B-B9F2-75A2BC7C78CB}"/>
              </a:ext>
            </a:extLst>
          </p:cNvPr>
          <p:cNvSpPr>
            <a:spLocks noGrp="1"/>
          </p:cNvSpPr>
          <p:nvPr>
            <p:ph type="sldNum" sz="quarter" idx="12"/>
          </p:nvPr>
        </p:nvSpPr>
        <p:spPr/>
        <p:txBody>
          <a:bodyPr/>
          <a:lstStyle/>
          <a:p>
            <a:fld id="{6631A91D-4C22-4CD0-B896-65CE596131B5}" type="slidenum">
              <a:rPr lang="en-US" smtClean="0"/>
              <a:t>‹#›</a:t>
            </a:fld>
            <a:endParaRPr lang="en-US"/>
          </a:p>
        </p:txBody>
      </p:sp>
      <p:pic>
        <p:nvPicPr>
          <p:cNvPr id="9" name="Graphic 8">
            <a:extLst>
              <a:ext uri="{FF2B5EF4-FFF2-40B4-BE49-F238E27FC236}">
                <a16:creationId xmlns:a16="http://schemas.microsoft.com/office/drawing/2014/main" id="{8A29622B-58C7-3F6F-DAFE-829D14EF2A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5800" y="6373368"/>
            <a:ext cx="1143000" cy="257969"/>
          </a:xfrm>
          <a:prstGeom prst="rect">
            <a:avLst/>
          </a:prstGeom>
        </p:spPr>
      </p:pic>
    </p:spTree>
    <p:extLst>
      <p:ext uri="{BB962C8B-B14F-4D97-AF65-F5344CB8AC3E}">
        <p14:creationId xmlns:p14="http://schemas.microsoft.com/office/powerpoint/2010/main" val="1094602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Full White –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B9471-BC82-0C32-B805-DC3B27760C6A}"/>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27B4AB18-9D5B-B15B-23F1-479C9F93EE4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AACD5FD-F17F-96F4-1590-BE6C7DBCB47E}"/>
              </a:ext>
            </a:extLst>
          </p:cNvPr>
          <p:cNvSpPr>
            <a:spLocks noGrp="1"/>
          </p:cNvSpPr>
          <p:nvPr>
            <p:ph type="sldNum" sz="quarter" idx="12"/>
          </p:nvPr>
        </p:nvSpPr>
        <p:spPr/>
        <p:txBody>
          <a:bodyPr/>
          <a:lstStyle/>
          <a:p>
            <a:fld id="{6631A91D-4C22-4CD0-B896-65CE596131B5}" type="slidenum">
              <a:rPr lang="en-US" smtClean="0"/>
              <a:t>‹#›</a:t>
            </a:fld>
            <a:endParaRPr lang="en-US"/>
          </a:p>
        </p:txBody>
      </p:sp>
      <p:pic>
        <p:nvPicPr>
          <p:cNvPr id="6" name="Graphic 5">
            <a:extLst>
              <a:ext uri="{FF2B5EF4-FFF2-40B4-BE49-F238E27FC236}">
                <a16:creationId xmlns:a16="http://schemas.microsoft.com/office/drawing/2014/main" id="{368BD9CF-0C17-5A82-0351-10F2E690378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5800" y="6373368"/>
            <a:ext cx="1143000" cy="257969"/>
          </a:xfrm>
          <a:prstGeom prst="rect">
            <a:avLst/>
          </a:prstGeom>
        </p:spPr>
      </p:pic>
    </p:spTree>
    <p:extLst>
      <p:ext uri="{BB962C8B-B14F-4D97-AF65-F5344CB8AC3E}">
        <p14:creationId xmlns:p14="http://schemas.microsoft.com/office/powerpoint/2010/main" val="28932788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ll-out or Quot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02F7ACB-EC4C-029D-2193-8618191242C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13173D8-2FFA-1C5F-69D8-CDF5DD33FE7B}"/>
              </a:ext>
            </a:extLst>
          </p:cNvPr>
          <p:cNvSpPr>
            <a:spLocks noGrp="1"/>
          </p:cNvSpPr>
          <p:nvPr>
            <p:ph type="sldNum" sz="quarter" idx="12"/>
          </p:nvPr>
        </p:nvSpPr>
        <p:spPr/>
        <p:txBody>
          <a:bodyPr/>
          <a:lstStyle/>
          <a:p>
            <a:fld id="{6631A91D-4C22-4CD0-B896-65CE596131B5}" type="slidenum">
              <a:rPr lang="en-US" smtClean="0"/>
              <a:t>‹#›</a:t>
            </a:fld>
            <a:endParaRPr lang="en-US"/>
          </a:p>
        </p:txBody>
      </p:sp>
      <p:pic>
        <p:nvPicPr>
          <p:cNvPr id="5" name="Graphic 4">
            <a:extLst>
              <a:ext uri="{FF2B5EF4-FFF2-40B4-BE49-F238E27FC236}">
                <a16:creationId xmlns:a16="http://schemas.microsoft.com/office/drawing/2014/main" id="{1639C71C-D2C5-595A-1AF3-0A246770DEB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5800" y="6373368"/>
            <a:ext cx="1143000" cy="257969"/>
          </a:xfrm>
          <a:prstGeom prst="rect">
            <a:avLst/>
          </a:prstGeom>
        </p:spPr>
      </p:pic>
      <p:sp>
        <p:nvSpPr>
          <p:cNvPr id="6" name="Text Placeholder 12">
            <a:extLst>
              <a:ext uri="{FF2B5EF4-FFF2-40B4-BE49-F238E27FC236}">
                <a16:creationId xmlns:a16="http://schemas.microsoft.com/office/drawing/2014/main" id="{4D138E35-74FF-ED37-FDDF-5C755C8FF511}"/>
              </a:ext>
            </a:extLst>
          </p:cNvPr>
          <p:cNvSpPr>
            <a:spLocks noGrp="1"/>
          </p:cNvSpPr>
          <p:nvPr>
            <p:ph type="body" sz="quarter" idx="14" hasCustomPrompt="1"/>
          </p:nvPr>
        </p:nvSpPr>
        <p:spPr>
          <a:xfrm>
            <a:off x="1531938" y="533400"/>
            <a:ext cx="9128125" cy="4140200"/>
          </a:xfrm>
        </p:spPr>
        <p:txBody>
          <a:bodyPr anchor="ctr" anchorCtr="0">
            <a:noAutofit/>
          </a:bodyPr>
          <a:lstStyle>
            <a:lvl1pPr marL="0" indent="0" algn="ctr">
              <a:buNone/>
              <a:defRPr sz="4000" b="0" i="0">
                <a:solidFill>
                  <a:schemeClr val="accent1"/>
                </a:solidFill>
                <a:latin typeface="Arial" panose="020B0604020202020204" pitchFamily="34" charset="0"/>
              </a:defRPr>
            </a:lvl1pPr>
            <a:lvl2pPr marL="457200" indent="0">
              <a:buNone/>
              <a:defRPr sz="4000"/>
            </a:lvl2pPr>
            <a:lvl3pPr marL="914400" indent="0">
              <a:buNone/>
              <a:defRPr sz="4000"/>
            </a:lvl3pPr>
            <a:lvl4pPr marL="1371600" indent="0">
              <a:buNone/>
              <a:defRPr sz="4000"/>
            </a:lvl4pPr>
            <a:lvl5pPr marL="1828800" indent="0">
              <a:buNone/>
              <a:defRPr sz="4000"/>
            </a:lvl5pPr>
          </a:lstStyle>
          <a:p>
            <a:pPr lvl="0"/>
            <a:r>
              <a:rPr lang="en-US"/>
              <a:t>Add a large caption here.</a:t>
            </a:r>
          </a:p>
        </p:txBody>
      </p:sp>
      <p:pic>
        <p:nvPicPr>
          <p:cNvPr id="9" name="Picture 8">
            <a:extLst>
              <a:ext uri="{FF2B5EF4-FFF2-40B4-BE49-F238E27FC236}">
                <a16:creationId xmlns:a16="http://schemas.microsoft.com/office/drawing/2014/main" id="{54A1406B-1B54-B1D9-2628-25FB7827162B}"/>
              </a:ext>
            </a:extLst>
          </p:cNvPr>
          <p:cNvPicPr>
            <a:picLocks noChangeAspect="1"/>
          </p:cNvPicPr>
          <p:nvPr/>
        </p:nvPicPr>
        <p:blipFill>
          <a:blip r:embed="rId3"/>
          <a:stretch>
            <a:fillRect/>
          </a:stretch>
        </p:blipFill>
        <p:spPr>
          <a:xfrm>
            <a:off x="3048" y="4663440"/>
            <a:ext cx="12188952" cy="1218895"/>
          </a:xfrm>
          <a:prstGeom prst="rect">
            <a:avLst/>
          </a:prstGeom>
        </p:spPr>
      </p:pic>
    </p:spTree>
    <p:extLst>
      <p:ext uri="{BB962C8B-B14F-4D97-AF65-F5344CB8AC3E}">
        <p14:creationId xmlns:p14="http://schemas.microsoft.com/office/powerpoint/2010/main" val="11321778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Q &amp; A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E438443-7729-01E7-34DD-E81AD304E541}"/>
              </a:ext>
            </a:extLst>
          </p:cNvPr>
          <p:cNvSpPr/>
          <p:nvPr/>
        </p:nvSpPr>
        <p:spPr>
          <a:xfrm>
            <a:off x="0" y="0"/>
            <a:ext cx="12192000" cy="49883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b="0" i="0">
              <a:latin typeface="Arial" panose="020B0604020202020204" pitchFamily="34" charset="0"/>
            </a:endParaRPr>
          </a:p>
        </p:txBody>
      </p:sp>
      <p:sp>
        <p:nvSpPr>
          <p:cNvPr id="2" name="Title 1">
            <a:extLst>
              <a:ext uri="{FF2B5EF4-FFF2-40B4-BE49-F238E27FC236}">
                <a16:creationId xmlns:a16="http://schemas.microsoft.com/office/drawing/2014/main" id="{3AD66D13-30F8-C648-F11E-1CE6AFE5E4A1}"/>
              </a:ext>
            </a:extLst>
          </p:cNvPr>
          <p:cNvSpPr>
            <a:spLocks noGrp="1"/>
          </p:cNvSpPr>
          <p:nvPr>
            <p:ph type="ctrTitle"/>
          </p:nvPr>
        </p:nvSpPr>
        <p:spPr>
          <a:xfrm>
            <a:off x="685800" y="1216152"/>
            <a:ext cx="10817352" cy="1828800"/>
          </a:xfrm>
        </p:spPr>
        <p:txBody>
          <a:bodyPr anchor="b"/>
          <a:lstStyle>
            <a:lvl1pPr algn="l">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F9543195-51E6-D2DD-AB7C-8875FA84F835}"/>
              </a:ext>
            </a:extLst>
          </p:cNvPr>
          <p:cNvSpPr>
            <a:spLocks noGrp="1"/>
          </p:cNvSpPr>
          <p:nvPr>
            <p:ph type="subTitle" idx="1"/>
          </p:nvPr>
        </p:nvSpPr>
        <p:spPr>
          <a:xfrm>
            <a:off x="685800" y="3438144"/>
            <a:ext cx="10817352" cy="832104"/>
          </a:xfrm>
        </p:spPr>
        <p:txBody>
          <a:bodyPr/>
          <a:lstStyle>
            <a:lvl1pPr marL="0" indent="0" algn="l">
              <a:spcBef>
                <a:spcPts val="0"/>
              </a:spcBef>
              <a:buNone/>
              <a:defRPr sz="21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4" name="Graphic 3">
            <a:extLst>
              <a:ext uri="{FF2B5EF4-FFF2-40B4-BE49-F238E27FC236}">
                <a16:creationId xmlns:a16="http://schemas.microsoft.com/office/drawing/2014/main" id="{03985C4C-E3D2-A178-1876-D93AB923674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5800" y="6373368"/>
            <a:ext cx="1143000" cy="257969"/>
          </a:xfrm>
          <a:prstGeom prst="rect">
            <a:avLst/>
          </a:prstGeom>
        </p:spPr>
      </p:pic>
      <p:sp>
        <p:nvSpPr>
          <p:cNvPr id="5" name="Footer Placeholder 4">
            <a:extLst>
              <a:ext uri="{FF2B5EF4-FFF2-40B4-BE49-F238E27FC236}">
                <a16:creationId xmlns:a16="http://schemas.microsoft.com/office/drawing/2014/main" id="{3FD395F5-0AE5-77F9-803A-AE1D01E571D9}"/>
              </a:ext>
            </a:extLst>
          </p:cNvPr>
          <p:cNvSpPr>
            <a:spLocks noGrp="1"/>
          </p:cNvSpPr>
          <p:nvPr>
            <p:ph type="ftr" sz="quarter" idx="11"/>
          </p:nvPr>
        </p:nvSpPr>
        <p:spPr>
          <a:xfrm>
            <a:off x="6839712" y="6455664"/>
            <a:ext cx="4114800" cy="402336"/>
          </a:xfrm>
        </p:spPr>
        <p:txBody>
          <a:bodyPr/>
          <a:lstStyle/>
          <a:p>
            <a:endParaRPr lang="en-US"/>
          </a:p>
        </p:txBody>
      </p:sp>
      <p:sp>
        <p:nvSpPr>
          <p:cNvPr id="6" name="Slide Number Placeholder 5">
            <a:extLst>
              <a:ext uri="{FF2B5EF4-FFF2-40B4-BE49-F238E27FC236}">
                <a16:creationId xmlns:a16="http://schemas.microsoft.com/office/drawing/2014/main" id="{AB9AA0F4-6FA8-ACC0-6C5E-0F73CE233D11}"/>
              </a:ext>
            </a:extLst>
          </p:cNvPr>
          <p:cNvSpPr>
            <a:spLocks noGrp="1"/>
          </p:cNvSpPr>
          <p:nvPr>
            <p:ph type="sldNum" sz="quarter" idx="12"/>
          </p:nvPr>
        </p:nvSpPr>
        <p:spPr>
          <a:xfrm>
            <a:off x="10954512" y="6455664"/>
            <a:ext cx="548640" cy="402336"/>
          </a:xfrm>
        </p:spPr>
        <p:txBody>
          <a:bodyPr/>
          <a:lstStyle/>
          <a:p>
            <a:fld id="{6631A91D-4C22-4CD0-B896-65CE596131B5}" type="slidenum">
              <a:rPr lang="en-US" smtClean="0"/>
              <a:t>‹#›</a:t>
            </a:fld>
            <a:endParaRPr lang="en-US"/>
          </a:p>
        </p:txBody>
      </p:sp>
      <p:pic>
        <p:nvPicPr>
          <p:cNvPr id="8" name="Picture 7">
            <a:extLst>
              <a:ext uri="{FF2B5EF4-FFF2-40B4-BE49-F238E27FC236}">
                <a16:creationId xmlns:a16="http://schemas.microsoft.com/office/drawing/2014/main" id="{5823EE39-4D0D-239A-AEC0-409892A45539}"/>
              </a:ext>
            </a:extLst>
          </p:cNvPr>
          <p:cNvPicPr>
            <a:picLocks noChangeAspect="1"/>
          </p:cNvPicPr>
          <p:nvPr/>
        </p:nvPicPr>
        <p:blipFill>
          <a:blip r:embed="rId3"/>
          <a:stretch>
            <a:fillRect/>
          </a:stretch>
        </p:blipFill>
        <p:spPr>
          <a:xfrm>
            <a:off x="3048" y="4663440"/>
            <a:ext cx="12188952" cy="1218895"/>
          </a:xfrm>
          <a:prstGeom prst="rect">
            <a:avLst/>
          </a:prstGeom>
        </p:spPr>
      </p:pic>
    </p:spTree>
    <p:extLst>
      <p:ext uri="{BB962C8B-B14F-4D97-AF65-F5344CB8AC3E}">
        <p14:creationId xmlns:p14="http://schemas.microsoft.com/office/powerpoint/2010/main" val="38422466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hank You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E438443-7729-01E7-34DD-E81AD304E541}"/>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b="0" i="0">
              <a:latin typeface="Arial" panose="020B0604020202020204" pitchFamily="34" charset="0"/>
            </a:endParaRPr>
          </a:p>
        </p:txBody>
      </p:sp>
      <p:pic>
        <p:nvPicPr>
          <p:cNvPr id="8" name="Graphic 7">
            <a:extLst>
              <a:ext uri="{FF2B5EF4-FFF2-40B4-BE49-F238E27FC236}">
                <a16:creationId xmlns:a16="http://schemas.microsoft.com/office/drawing/2014/main" id="{59DE727C-ED5E-812A-DF08-C17910EA2D8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5800" y="533400"/>
            <a:ext cx="1828800" cy="412750"/>
          </a:xfrm>
          <a:prstGeom prst="rect">
            <a:avLst/>
          </a:prstGeom>
        </p:spPr>
      </p:pic>
      <p:sp>
        <p:nvSpPr>
          <p:cNvPr id="2" name="Title 1">
            <a:extLst>
              <a:ext uri="{FF2B5EF4-FFF2-40B4-BE49-F238E27FC236}">
                <a16:creationId xmlns:a16="http://schemas.microsoft.com/office/drawing/2014/main" id="{3AD66D13-30F8-C648-F11E-1CE6AFE5E4A1}"/>
              </a:ext>
            </a:extLst>
          </p:cNvPr>
          <p:cNvSpPr>
            <a:spLocks noGrp="1"/>
          </p:cNvSpPr>
          <p:nvPr>
            <p:ph type="ctrTitle"/>
          </p:nvPr>
        </p:nvSpPr>
        <p:spPr>
          <a:xfrm>
            <a:off x="685800" y="1216152"/>
            <a:ext cx="10817352" cy="1828800"/>
          </a:xfrm>
        </p:spPr>
        <p:txBody>
          <a:bodyPr anchor="b"/>
          <a:lstStyle>
            <a:lvl1pPr algn="l">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F9543195-51E6-D2DD-AB7C-8875FA84F835}"/>
              </a:ext>
            </a:extLst>
          </p:cNvPr>
          <p:cNvSpPr>
            <a:spLocks noGrp="1"/>
          </p:cNvSpPr>
          <p:nvPr>
            <p:ph type="subTitle" idx="1"/>
          </p:nvPr>
        </p:nvSpPr>
        <p:spPr>
          <a:xfrm>
            <a:off x="685800" y="3438144"/>
            <a:ext cx="10817352" cy="832104"/>
          </a:xfrm>
        </p:spPr>
        <p:txBody>
          <a:bodyPr/>
          <a:lstStyle>
            <a:lvl1pPr marL="0" indent="0" algn="l">
              <a:spcBef>
                <a:spcPts val="0"/>
              </a:spcBef>
              <a:buNone/>
              <a:defRPr sz="21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Picture 5">
            <a:extLst>
              <a:ext uri="{FF2B5EF4-FFF2-40B4-BE49-F238E27FC236}">
                <a16:creationId xmlns:a16="http://schemas.microsoft.com/office/drawing/2014/main" id="{F92BFEDD-CF32-8ADD-114A-301F8A99BE96}"/>
              </a:ext>
            </a:extLst>
          </p:cNvPr>
          <p:cNvPicPr>
            <a:picLocks noChangeAspect="1"/>
          </p:cNvPicPr>
          <p:nvPr/>
        </p:nvPicPr>
        <p:blipFill>
          <a:blip r:embed="rId3"/>
          <a:stretch>
            <a:fillRect/>
          </a:stretch>
        </p:blipFill>
        <p:spPr>
          <a:xfrm>
            <a:off x="3048" y="4663440"/>
            <a:ext cx="12188952" cy="1218895"/>
          </a:xfrm>
          <a:prstGeom prst="rect">
            <a:avLst/>
          </a:prstGeom>
        </p:spPr>
      </p:pic>
    </p:spTree>
    <p:extLst>
      <p:ext uri="{BB962C8B-B14F-4D97-AF65-F5344CB8AC3E}">
        <p14:creationId xmlns:p14="http://schemas.microsoft.com/office/powerpoint/2010/main" val="36501075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383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1220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BB9A1C-6DD8-5F6F-7960-0729A4632BC4}"/>
              </a:ext>
            </a:extLst>
          </p:cNvPr>
          <p:cNvSpPr>
            <a:spLocks noGrp="1"/>
          </p:cNvSpPr>
          <p:nvPr>
            <p:ph type="title"/>
          </p:nvPr>
        </p:nvSpPr>
        <p:spPr>
          <a:xfrm>
            <a:off x="685800" y="301752"/>
            <a:ext cx="10817352" cy="914400"/>
          </a:xfrm>
          <a:prstGeom prst="rect">
            <a:avLst/>
          </a:prstGeom>
        </p:spPr>
        <p:txBody>
          <a:bodyPr vert="horz" lIns="0" tIns="0" rIns="0" bIns="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05E6C9C4-5BEC-3162-94AB-701A0A1250B8}"/>
              </a:ext>
            </a:extLst>
          </p:cNvPr>
          <p:cNvSpPr>
            <a:spLocks noGrp="1"/>
          </p:cNvSpPr>
          <p:nvPr>
            <p:ph type="body" idx="1"/>
          </p:nvPr>
        </p:nvSpPr>
        <p:spPr>
          <a:xfrm>
            <a:off x="685800" y="1344168"/>
            <a:ext cx="10817352" cy="466344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A7A984B-D7AA-699E-2F2E-6B7445DF8BD3}"/>
              </a:ext>
            </a:extLst>
          </p:cNvPr>
          <p:cNvSpPr>
            <a:spLocks noGrp="1"/>
          </p:cNvSpPr>
          <p:nvPr>
            <p:ph type="ftr" sz="quarter" idx="3"/>
          </p:nvPr>
        </p:nvSpPr>
        <p:spPr>
          <a:xfrm>
            <a:off x="6839712" y="6455664"/>
            <a:ext cx="4114800" cy="402336"/>
          </a:xfrm>
          <a:prstGeom prst="rect">
            <a:avLst/>
          </a:prstGeom>
        </p:spPr>
        <p:txBody>
          <a:bodyPr vert="horz" lIns="0" tIns="0" rIns="0" bIns="0" rtlCol="0" anchor="t" anchorCtr="0"/>
          <a:lstStyle>
            <a:lvl1pPr algn="r">
              <a:defRPr sz="10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0732DC7E-9F00-2E84-8168-7205A8264E97}"/>
              </a:ext>
            </a:extLst>
          </p:cNvPr>
          <p:cNvSpPr>
            <a:spLocks noGrp="1"/>
          </p:cNvSpPr>
          <p:nvPr>
            <p:ph type="sldNum" sz="quarter" idx="4"/>
          </p:nvPr>
        </p:nvSpPr>
        <p:spPr>
          <a:xfrm>
            <a:off x="10954512" y="6455664"/>
            <a:ext cx="548640" cy="402336"/>
          </a:xfrm>
          <a:prstGeom prst="rect">
            <a:avLst/>
          </a:prstGeom>
        </p:spPr>
        <p:txBody>
          <a:bodyPr vert="horz" lIns="0" tIns="0" rIns="0" bIns="0" rtlCol="0" anchor="t" anchorCtr="0"/>
          <a:lstStyle>
            <a:lvl1pPr algn="r">
              <a:defRPr sz="1000">
                <a:solidFill>
                  <a:schemeClr val="tx1"/>
                </a:solidFill>
              </a:defRPr>
            </a:lvl1pPr>
          </a:lstStyle>
          <a:p>
            <a:fld id="{6631A91D-4C22-4CD0-B896-65CE596131B5}" type="slidenum">
              <a:rPr lang="en-US" smtClean="0"/>
              <a:t>‹#›</a:t>
            </a:fld>
            <a:endParaRPr lang="en-US"/>
          </a:p>
        </p:txBody>
      </p:sp>
    </p:spTree>
    <p:extLst>
      <p:ext uri="{BB962C8B-B14F-4D97-AF65-F5344CB8AC3E}">
        <p14:creationId xmlns:p14="http://schemas.microsoft.com/office/powerpoint/2010/main" val="34290840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914400" rtl="0" eaLnBrk="1" latinLnBrk="0" hangingPunct="1">
        <a:lnSpc>
          <a:spcPct val="90000"/>
        </a:lnSpc>
        <a:spcBef>
          <a:spcPct val="0"/>
        </a:spcBef>
        <a:buNone/>
        <a:defRPr sz="3600" b="1" i="0" kern="1200">
          <a:solidFill>
            <a:schemeClr val="accent1"/>
          </a:solidFill>
          <a:latin typeface="Arial" panose="020B0604020202020204" pitchFamily="34" charset="0"/>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5.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5.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26.xml.rels><?xml version="1.0" encoding="UTF-8" standalone="yes"?>
<Relationships xmlns="http://schemas.openxmlformats.org/package/2006/relationships"><Relationship Id="rId8" Type="http://schemas.openxmlformats.org/officeDocument/2006/relationships/diagramLayout" Target="../diagrams/layout7.xml"/><Relationship Id="rId13" Type="http://schemas.openxmlformats.org/officeDocument/2006/relationships/diagramLayout" Target="../diagrams/layout8.xml"/><Relationship Id="rId3" Type="http://schemas.openxmlformats.org/officeDocument/2006/relationships/diagramLayout" Target="../diagrams/layout6.xml"/><Relationship Id="rId7" Type="http://schemas.openxmlformats.org/officeDocument/2006/relationships/diagramData" Target="../diagrams/data7.xml"/><Relationship Id="rId12" Type="http://schemas.openxmlformats.org/officeDocument/2006/relationships/diagramData" Target="../diagrams/data8.xml"/><Relationship Id="rId2" Type="http://schemas.openxmlformats.org/officeDocument/2006/relationships/diagramData" Target="../diagrams/data6.xml"/><Relationship Id="rId16" Type="http://schemas.microsoft.com/office/2007/relationships/diagramDrawing" Target="../diagrams/drawing8.xml"/><Relationship Id="rId1" Type="http://schemas.openxmlformats.org/officeDocument/2006/relationships/slideLayout" Target="../slideLayouts/slideLayout5.xml"/><Relationship Id="rId6" Type="http://schemas.microsoft.com/office/2007/relationships/diagramDrawing" Target="../diagrams/drawing6.xml"/><Relationship Id="rId11" Type="http://schemas.microsoft.com/office/2007/relationships/diagramDrawing" Target="../diagrams/drawing7.xml"/><Relationship Id="rId5" Type="http://schemas.openxmlformats.org/officeDocument/2006/relationships/diagramColors" Target="../diagrams/colors6.xml"/><Relationship Id="rId15" Type="http://schemas.openxmlformats.org/officeDocument/2006/relationships/diagramColors" Target="../diagrams/colors8.xml"/><Relationship Id="rId10" Type="http://schemas.openxmlformats.org/officeDocument/2006/relationships/diagramColors" Target="../diagrams/colors7.xml"/><Relationship Id="rId4" Type="http://schemas.openxmlformats.org/officeDocument/2006/relationships/diagramQuickStyle" Target="../diagrams/quickStyle6.xml"/><Relationship Id="rId9" Type="http://schemas.openxmlformats.org/officeDocument/2006/relationships/diagramQuickStyle" Target="../diagrams/quickStyle7.xml"/><Relationship Id="rId14" Type="http://schemas.openxmlformats.org/officeDocument/2006/relationships/diagramQuickStyle" Target="../diagrams/quickStyle8.xml"/></Relationships>
</file>

<file path=ppt/slides/_rels/slide27.xml.rels><?xml version="1.0" encoding="UTF-8" standalone="yes"?>
<Relationships xmlns="http://schemas.openxmlformats.org/package/2006/relationships"><Relationship Id="rId8" Type="http://schemas.openxmlformats.org/officeDocument/2006/relationships/diagramLayout" Target="../diagrams/layout10.xml"/><Relationship Id="rId13" Type="http://schemas.openxmlformats.org/officeDocument/2006/relationships/diagramLayout" Target="../diagrams/layout11.xml"/><Relationship Id="rId3" Type="http://schemas.openxmlformats.org/officeDocument/2006/relationships/diagramLayout" Target="../diagrams/layout9.xml"/><Relationship Id="rId7" Type="http://schemas.openxmlformats.org/officeDocument/2006/relationships/diagramData" Target="../diagrams/data10.xml"/><Relationship Id="rId12" Type="http://schemas.openxmlformats.org/officeDocument/2006/relationships/diagramData" Target="../diagrams/data11.xml"/><Relationship Id="rId2" Type="http://schemas.openxmlformats.org/officeDocument/2006/relationships/diagramData" Target="../diagrams/data9.xml"/><Relationship Id="rId16" Type="http://schemas.microsoft.com/office/2007/relationships/diagramDrawing" Target="../diagrams/drawing11.xml"/><Relationship Id="rId1" Type="http://schemas.openxmlformats.org/officeDocument/2006/relationships/slideLayout" Target="../slideLayouts/slideLayout5.xml"/><Relationship Id="rId6" Type="http://schemas.microsoft.com/office/2007/relationships/diagramDrawing" Target="../diagrams/drawing9.xml"/><Relationship Id="rId11" Type="http://schemas.microsoft.com/office/2007/relationships/diagramDrawing" Target="../diagrams/drawing10.xml"/><Relationship Id="rId5" Type="http://schemas.openxmlformats.org/officeDocument/2006/relationships/diagramColors" Target="../diagrams/colors9.xml"/><Relationship Id="rId15" Type="http://schemas.openxmlformats.org/officeDocument/2006/relationships/diagramColors" Target="../diagrams/colors11.xml"/><Relationship Id="rId10" Type="http://schemas.openxmlformats.org/officeDocument/2006/relationships/diagramColors" Target="../diagrams/colors10.xml"/><Relationship Id="rId4" Type="http://schemas.openxmlformats.org/officeDocument/2006/relationships/diagramQuickStyle" Target="../diagrams/quickStyle9.xml"/><Relationship Id="rId9" Type="http://schemas.openxmlformats.org/officeDocument/2006/relationships/diagramQuickStyle" Target="../diagrams/quickStyle10.xml"/><Relationship Id="rId14" Type="http://schemas.openxmlformats.org/officeDocument/2006/relationships/diagramQuickStyle" Target="../diagrams/quickStyle11.xml"/></Relationships>
</file>

<file path=ppt/slides/_rels/slide28.xml.rels><?xml version="1.0" encoding="UTF-8" standalone="yes"?>
<Relationships xmlns="http://schemas.openxmlformats.org/package/2006/relationships"><Relationship Id="rId8" Type="http://schemas.openxmlformats.org/officeDocument/2006/relationships/diagramLayout" Target="../diagrams/layout13.xml"/><Relationship Id="rId13" Type="http://schemas.openxmlformats.org/officeDocument/2006/relationships/diagramLayout" Target="../diagrams/layout14.xml"/><Relationship Id="rId3" Type="http://schemas.openxmlformats.org/officeDocument/2006/relationships/diagramLayout" Target="../diagrams/layout12.xml"/><Relationship Id="rId7" Type="http://schemas.openxmlformats.org/officeDocument/2006/relationships/diagramData" Target="../diagrams/data13.xml"/><Relationship Id="rId12" Type="http://schemas.openxmlformats.org/officeDocument/2006/relationships/diagramData" Target="../diagrams/data14.xml"/><Relationship Id="rId2" Type="http://schemas.openxmlformats.org/officeDocument/2006/relationships/diagramData" Target="../diagrams/data12.xml"/><Relationship Id="rId16" Type="http://schemas.microsoft.com/office/2007/relationships/diagramDrawing" Target="../diagrams/drawing14.xml"/><Relationship Id="rId1" Type="http://schemas.openxmlformats.org/officeDocument/2006/relationships/slideLayout" Target="../slideLayouts/slideLayout5.xml"/><Relationship Id="rId6" Type="http://schemas.microsoft.com/office/2007/relationships/diagramDrawing" Target="../diagrams/drawing12.xml"/><Relationship Id="rId11" Type="http://schemas.microsoft.com/office/2007/relationships/diagramDrawing" Target="../diagrams/drawing13.xml"/><Relationship Id="rId5" Type="http://schemas.openxmlformats.org/officeDocument/2006/relationships/diagramColors" Target="../diagrams/colors12.xml"/><Relationship Id="rId15" Type="http://schemas.openxmlformats.org/officeDocument/2006/relationships/diagramColors" Target="../diagrams/colors14.xml"/><Relationship Id="rId10" Type="http://schemas.openxmlformats.org/officeDocument/2006/relationships/diagramColors" Target="../diagrams/colors13.xml"/><Relationship Id="rId4" Type="http://schemas.openxmlformats.org/officeDocument/2006/relationships/diagramQuickStyle" Target="../diagrams/quickStyle12.xml"/><Relationship Id="rId9" Type="http://schemas.openxmlformats.org/officeDocument/2006/relationships/diagramQuickStyle" Target="../diagrams/quickStyle13.xml"/><Relationship Id="rId14" Type="http://schemas.openxmlformats.org/officeDocument/2006/relationships/diagramQuickStyle" Target="../diagrams/quickStyle14.xml"/></Relationships>
</file>

<file path=ppt/slides/_rels/slide29.xml.rels><?xml version="1.0" encoding="UTF-8" standalone="yes"?>
<Relationships xmlns="http://schemas.openxmlformats.org/package/2006/relationships"><Relationship Id="rId8" Type="http://schemas.openxmlformats.org/officeDocument/2006/relationships/diagramLayout" Target="../diagrams/layout16.xml"/><Relationship Id="rId13" Type="http://schemas.openxmlformats.org/officeDocument/2006/relationships/diagramLayout" Target="../diagrams/layout17.xml"/><Relationship Id="rId18" Type="http://schemas.openxmlformats.org/officeDocument/2006/relationships/diagramLayout" Target="../diagrams/layout18.xml"/><Relationship Id="rId3" Type="http://schemas.openxmlformats.org/officeDocument/2006/relationships/diagramLayout" Target="../diagrams/layout15.xml"/><Relationship Id="rId21" Type="http://schemas.microsoft.com/office/2007/relationships/diagramDrawing" Target="../diagrams/drawing18.xml"/><Relationship Id="rId7" Type="http://schemas.openxmlformats.org/officeDocument/2006/relationships/diagramData" Target="../diagrams/data16.xml"/><Relationship Id="rId12" Type="http://schemas.openxmlformats.org/officeDocument/2006/relationships/diagramData" Target="../diagrams/data17.xml"/><Relationship Id="rId17" Type="http://schemas.openxmlformats.org/officeDocument/2006/relationships/diagramData" Target="../diagrams/data18.xml"/><Relationship Id="rId2" Type="http://schemas.openxmlformats.org/officeDocument/2006/relationships/diagramData" Target="../diagrams/data15.xml"/><Relationship Id="rId16" Type="http://schemas.microsoft.com/office/2007/relationships/diagramDrawing" Target="../diagrams/drawing17.xml"/><Relationship Id="rId20" Type="http://schemas.openxmlformats.org/officeDocument/2006/relationships/diagramColors" Target="../diagrams/colors18.xml"/><Relationship Id="rId1" Type="http://schemas.openxmlformats.org/officeDocument/2006/relationships/slideLayout" Target="../slideLayouts/slideLayout5.xml"/><Relationship Id="rId6" Type="http://schemas.microsoft.com/office/2007/relationships/diagramDrawing" Target="../diagrams/drawing15.xml"/><Relationship Id="rId11" Type="http://schemas.microsoft.com/office/2007/relationships/diagramDrawing" Target="../diagrams/drawing16.xml"/><Relationship Id="rId5" Type="http://schemas.openxmlformats.org/officeDocument/2006/relationships/diagramColors" Target="../diagrams/colors15.xml"/><Relationship Id="rId15" Type="http://schemas.openxmlformats.org/officeDocument/2006/relationships/diagramColors" Target="../diagrams/colors17.xml"/><Relationship Id="rId10" Type="http://schemas.openxmlformats.org/officeDocument/2006/relationships/diagramColors" Target="../diagrams/colors16.xml"/><Relationship Id="rId19" Type="http://schemas.openxmlformats.org/officeDocument/2006/relationships/diagramQuickStyle" Target="../diagrams/quickStyle18.xml"/><Relationship Id="rId4" Type="http://schemas.openxmlformats.org/officeDocument/2006/relationships/diagramQuickStyle" Target="../diagrams/quickStyle15.xml"/><Relationship Id="rId9" Type="http://schemas.openxmlformats.org/officeDocument/2006/relationships/diagramQuickStyle" Target="../diagrams/quickStyle16.xml"/><Relationship Id="rId14" Type="http://schemas.openxmlformats.org/officeDocument/2006/relationships/diagramQuickStyle" Target="../diagrams/quickStyle17.xml"/></Relationships>
</file>

<file path=ppt/slides/_rels/slide30.xml.rels><?xml version="1.0" encoding="UTF-8" standalone="yes"?>
<Relationships xmlns="http://schemas.openxmlformats.org/package/2006/relationships"><Relationship Id="rId8" Type="http://schemas.openxmlformats.org/officeDocument/2006/relationships/diagramLayout" Target="../diagrams/layout20.xml"/><Relationship Id="rId13" Type="http://schemas.openxmlformats.org/officeDocument/2006/relationships/diagramLayout" Target="../diagrams/layout21.xml"/><Relationship Id="rId18" Type="http://schemas.openxmlformats.org/officeDocument/2006/relationships/diagramLayout" Target="../diagrams/layout22.xml"/><Relationship Id="rId3" Type="http://schemas.openxmlformats.org/officeDocument/2006/relationships/diagramLayout" Target="../diagrams/layout19.xml"/><Relationship Id="rId21" Type="http://schemas.microsoft.com/office/2007/relationships/diagramDrawing" Target="../diagrams/drawing22.xml"/><Relationship Id="rId7" Type="http://schemas.openxmlformats.org/officeDocument/2006/relationships/diagramData" Target="../diagrams/data20.xml"/><Relationship Id="rId12" Type="http://schemas.openxmlformats.org/officeDocument/2006/relationships/diagramData" Target="../diagrams/data21.xml"/><Relationship Id="rId17" Type="http://schemas.openxmlformats.org/officeDocument/2006/relationships/diagramData" Target="../diagrams/data22.xml"/><Relationship Id="rId2" Type="http://schemas.openxmlformats.org/officeDocument/2006/relationships/diagramData" Target="../diagrams/data19.xml"/><Relationship Id="rId16" Type="http://schemas.microsoft.com/office/2007/relationships/diagramDrawing" Target="../diagrams/drawing21.xml"/><Relationship Id="rId20" Type="http://schemas.openxmlformats.org/officeDocument/2006/relationships/diagramColors" Target="../diagrams/colors22.xml"/><Relationship Id="rId1" Type="http://schemas.openxmlformats.org/officeDocument/2006/relationships/slideLayout" Target="../slideLayouts/slideLayout5.xml"/><Relationship Id="rId6" Type="http://schemas.microsoft.com/office/2007/relationships/diagramDrawing" Target="../diagrams/drawing19.xml"/><Relationship Id="rId11" Type="http://schemas.microsoft.com/office/2007/relationships/diagramDrawing" Target="../diagrams/drawing20.xml"/><Relationship Id="rId5" Type="http://schemas.openxmlformats.org/officeDocument/2006/relationships/diagramColors" Target="../diagrams/colors19.xml"/><Relationship Id="rId15" Type="http://schemas.openxmlformats.org/officeDocument/2006/relationships/diagramColors" Target="../diagrams/colors21.xml"/><Relationship Id="rId10" Type="http://schemas.openxmlformats.org/officeDocument/2006/relationships/diagramColors" Target="../diagrams/colors20.xml"/><Relationship Id="rId19" Type="http://schemas.openxmlformats.org/officeDocument/2006/relationships/diagramQuickStyle" Target="../diagrams/quickStyle22.xml"/><Relationship Id="rId4" Type="http://schemas.openxmlformats.org/officeDocument/2006/relationships/diagramQuickStyle" Target="../diagrams/quickStyle19.xml"/><Relationship Id="rId9" Type="http://schemas.openxmlformats.org/officeDocument/2006/relationships/diagramQuickStyle" Target="../diagrams/quickStyle20.xml"/><Relationship Id="rId14" Type="http://schemas.openxmlformats.org/officeDocument/2006/relationships/diagramQuickStyle" Target="../diagrams/quickStyle21.xml"/></Relationships>
</file>

<file path=ppt/slides/_rels/slide31.xml.rels><?xml version="1.0" encoding="UTF-8" standalone="yes"?>
<Relationships xmlns="http://schemas.openxmlformats.org/package/2006/relationships"><Relationship Id="rId8" Type="http://schemas.openxmlformats.org/officeDocument/2006/relationships/diagramLayout" Target="../diagrams/layout24.xml"/><Relationship Id="rId13" Type="http://schemas.openxmlformats.org/officeDocument/2006/relationships/diagramLayout" Target="../diagrams/layout25.xml"/><Relationship Id="rId18" Type="http://schemas.openxmlformats.org/officeDocument/2006/relationships/diagramLayout" Target="../diagrams/layout26.xml"/><Relationship Id="rId3" Type="http://schemas.openxmlformats.org/officeDocument/2006/relationships/diagramLayout" Target="../diagrams/layout23.xml"/><Relationship Id="rId21" Type="http://schemas.microsoft.com/office/2007/relationships/diagramDrawing" Target="../diagrams/drawing26.xml"/><Relationship Id="rId7" Type="http://schemas.openxmlformats.org/officeDocument/2006/relationships/diagramData" Target="../diagrams/data24.xml"/><Relationship Id="rId12" Type="http://schemas.openxmlformats.org/officeDocument/2006/relationships/diagramData" Target="../diagrams/data25.xml"/><Relationship Id="rId17" Type="http://schemas.openxmlformats.org/officeDocument/2006/relationships/diagramData" Target="../diagrams/data26.xml"/><Relationship Id="rId2" Type="http://schemas.openxmlformats.org/officeDocument/2006/relationships/diagramData" Target="../diagrams/data23.xml"/><Relationship Id="rId16" Type="http://schemas.microsoft.com/office/2007/relationships/diagramDrawing" Target="../diagrams/drawing25.xml"/><Relationship Id="rId20" Type="http://schemas.openxmlformats.org/officeDocument/2006/relationships/diagramColors" Target="../diagrams/colors26.xml"/><Relationship Id="rId1" Type="http://schemas.openxmlformats.org/officeDocument/2006/relationships/slideLayout" Target="../slideLayouts/slideLayout5.xml"/><Relationship Id="rId6" Type="http://schemas.microsoft.com/office/2007/relationships/diagramDrawing" Target="../diagrams/drawing23.xml"/><Relationship Id="rId11" Type="http://schemas.microsoft.com/office/2007/relationships/diagramDrawing" Target="../diagrams/drawing24.xml"/><Relationship Id="rId5" Type="http://schemas.openxmlformats.org/officeDocument/2006/relationships/diagramColors" Target="../diagrams/colors23.xml"/><Relationship Id="rId15" Type="http://schemas.openxmlformats.org/officeDocument/2006/relationships/diagramColors" Target="../diagrams/colors25.xml"/><Relationship Id="rId10" Type="http://schemas.openxmlformats.org/officeDocument/2006/relationships/diagramColors" Target="../diagrams/colors24.xml"/><Relationship Id="rId19" Type="http://schemas.openxmlformats.org/officeDocument/2006/relationships/diagramQuickStyle" Target="../diagrams/quickStyle26.xml"/><Relationship Id="rId4" Type="http://schemas.openxmlformats.org/officeDocument/2006/relationships/diagramQuickStyle" Target="../diagrams/quickStyle23.xml"/><Relationship Id="rId9" Type="http://schemas.openxmlformats.org/officeDocument/2006/relationships/diagramQuickStyle" Target="../diagrams/quickStyle24.xml"/><Relationship Id="rId14" Type="http://schemas.openxmlformats.org/officeDocument/2006/relationships/diagramQuickStyle" Target="../diagrams/quickStyle25.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27.xml"/><Relationship Id="rId7" Type="http://schemas.microsoft.com/office/2007/relationships/diagramDrawing" Target="../diagrams/drawing27.xml"/><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diagramColors" Target="../diagrams/colors27.xml"/><Relationship Id="rId5" Type="http://schemas.openxmlformats.org/officeDocument/2006/relationships/diagramQuickStyle" Target="../diagrams/quickStyle27.xml"/><Relationship Id="rId4" Type="http://schemas.openxmlformats.org/officeDocument/2006/relationships/diagramLayout" Target="../diagrams/layout27.xml"/></Relationships>
</file>

<file path=ppt/slides/_rels/slide41.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B804C-1C49-4C4C-0B9A-B6FEEE00A587}"/>
              </a:ext>
            </a:extLst>
          </p:cNvPr>
          <p:cNvSpPr>
            <a:spLocks noGrp="1"/>
          </p:cNvSpPr>
          <p:nvPr>
            <p:ph type="ctrTitle"/>
          </p:nvPr>
        </p:nvSpPr>
        <p:spPr/>
        <p:txBody>
          <a:bodyPr/>
          <a:lstStyle/>
          <a:p>
            <a:br>
              <a:rPr lang="en-US" dirty="0"/>
            </a:br>
            <a:br>
              <a:rPr lang="en-US"/>
            </a:br>
            <a:r>
              <a:rPr lang="en-US"/>
              <a:t>RAG</a:t>
            </a:r>
            <a:r>
              <a:rPr lang="en-US" dirty="0"/>
              <a:t>, Embeddings and </a:t>
            </a:r>
            <a:r>
              <a:rPr lang="en-US" dirty="0" err="1"/>
              <a:t>LoRA</a:t>
            </a:r>
            <a:endParaRPr lang="en-US" dirty="0"/>
          </a:p>
        </p:txBody>
      </p:sp>
      <p:sp>
        <p:nvSpPr>
          <p:cNvPr id="3" name="Subtitle 2">
            <a:extLst>
              <a:ext uri="{FF2B5EF4-FFF2-40B4-BE49-F238E27FC236}">
                <a16:creationId xmlns:a16="http://schemas.microsoft.com/office/drawing/2014/main" id="{E43A9230-E8D8-8241-D4DF-809CBF2EF5D9}"/>
              </a:ext>
            </a:extLst>
          </p:cNvPr>
          <p:cNvSpPr>
            <a:spLocks noGrp="1"/>
          </p:cNvSpPr>
          <p:nvPr>
            <p:ph type="subTitle" idx="1"/>
          </p:nvPr>
        </p:nvSpPr>
        <p:spPr/>
        <p:txBody>
          <a:bodyPr/>
          <a:lstStyle/>
          <a:p>
            <a:r>
              <a:rPr lang="en-US" dirty="0"/>
              <a:t>A Guide to Understanding LLMs and </a:t>
            </a:r>
            <a:r>
              <a:rPr lang="en-US" dirty="0" err="1"/>
              <a:t>LocalAI</a:t>
            </a:r>
            <a:endParaRPr lang="en-US" dirty="0"/>
          </a:p>
        </p:txBody>
      </p:sp>
    </p:spTree>
    <p:extLst>
      <p:ext uri="{BB962C8B-B14F-4D97-AF65-F5344CB8AC3E}">
        <p14:creationId xmlns:p14="http://schemas.microsoft.com/office/powerpoint/2010/main" val="3777742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60CD7-C739-A82E-7042-635EC65E87A6}"/>
              </a:ext>
            </a:extLst>
          </p:cNvPr>
          <p:cNvSpPr>
            <a:spLocks noGrp="1"/>
          </p:cNvSpPr>
          <p:nvPr>
            <p:ph type="ctrTitle"/>
          </p:nvPr>
        </p:nvSpPr>
        <p:spPr/>
        <p:txBody>
          <a:bodyPr/>
          <a:lstStyle/>
          <a:p>
            <a:r>
              <a:rPr lang="en-US" dirty="0"/>
              <a:t>This talk addresses…</a:t>
            </a:r>
          </a:p>
        </p:txBody>
      </p:sp>
      <p:sp>
        <p:nvSpPr>
          <p:cNvPr id="3" name="Text Placeholder 2">
            <a:extLst>
              <a:ext uri="{FF2B5EF4-FFF2-40B4-BE49-F238E27FC236}">
                <a16:creationId xmlns:a16="http://schemas.microsoft.com/office/drawing/2014/main" id="{26EA4881-2BFD-AFDA-BEBE-924ADCC510FB}"/>
              </a:ext>
            </a:extLst>
          </p:cNvPr>
          <p:cNvSpPr>
            <a:spLocks noGrp="1"/>
          </p:cNvSpPr>
          <p:nvPr>
            <p:ph type="body" sz="quarter" idx="13"/>
          </p:nvPr>
        </p:nvSpPr>
        <p:spPr/>
        <p:txBody>
          <a:bodyPr/>
          <a:lstStyle/>
          <a:p>
            <a:pPr marL="342900" indent="-342900">
              <a:buFont typeface="Arial" panose="020B0604020202020204" pitchFamily="34" charset="0"/>
              <a:buChar char="•"/>
            </a:pPr>
            <a:r>
              <a:rPr lang="en-US" dirty="0"/>
              <a:t>Where to start with </a:t>
            </a:r>
            <a:r>
              <a:rPr lang="en-US" dirty="0" err="1"/>
              <a:t>LocalAI</a:t>
            </a:r>
            <a:endParaRPr lang="en-US" dirty="0"/>
          </a:p>
          <a:p>
            <a:pPr marL="342900" indent="-342900">
              <a:buFont typeface="Arial" panose="020B0604020202020204" pitchFamily="34" charset="0"/>
              <a:buChar char="•"/>
            </a:pPr>
            <a:r>
              <a:rPr lang="en-US" dirty="0"/>
              <a:t>Identify Challenges</a:t>
            </a:r>
          </a:p>
          <a:p>
            <a:pPr marL="342900" indent="-342900">
              <a:buFont typeface="Arial" panose="020B0604020202020204" pitchFamily="34" charset="0"/>
              <a:buChar char="•"/>
            </a:pPr>
            <a:r>
              <a:rPr lang="en-US" dirty="0" err="1"/>
              <a:t>LocalAI</a:t>
            </a:r>
            <a:r>
              <a:rPr lang="en-US" dirty="0"/>
              <a:t> Concepts</a:t>
            </a:r>
          </a:p>
          <a:p>
            <a:pPr marL="342900" indent="-342900">
              <a:buFont typeface="Arial" panose="020B0604020202020204" pitchFamily="34" charset="0"/>
              <a:buChar char="•"/>
            </a:pPr>
            <a:r>
              <a:rPr lang="en-US" dirty="0"/>
              <a:t>Software Tools</a:t>
            </a:r>
          </a:p>
          <a:p>
            <a:endParaRPr lang="en-US" dirty="0"/>
          </a:p>
        </p:txBody>
      </p:sp>
      <p:sp>
        <p:nvSpPr>
          <p:cNvPr id="4" name="Text Placeholder 3">
            <a:extLst>
              <a:ext uri="{FF2B5EF4-FFF2-40B4-BE49-F238E27FC236}">
                <a16:creationId xmlns:a16="http://schemas.microsoft.com/office/drawing/2014/main" id="{AB142D96-12CA-BBC4-B19E-8E1C630DEBEE}"/>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1709054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8D5E11-3DBE-4B7B-AAC1-3FDD7B513944}"/>
              </a:ext>
            </a:extLst>
          </p:cNvPr>
          <p:cNvSpPr>
            <a:spLocks noGrp="1"/>
          </p:cNvSpPr>
          <p:nvPr>
            <p:ph type="ctrTitle"/>
          </p:nvPr>
        </p:nvSpPr>
        <p:spPr/>
        <p:txBody>
          <a:bodyPr/>
          <a:lstStyle/>
          <a:p>
            <a:r>
              <a:rPr lang="en-US" dirty="0"/>
              <a:t>My </a:t>
            </a:r>
            <a:r>
              <a:rPr lang="en-US" dirty="0" err="1"/>
              <a:t>LocalAI</a:t>
            </a:r>
            <a:r>
              <a:rPr lang="en-US" dirty="0"/>
              <a:t> Journey</a:t>
            </a:r>
          </a:p>
        </p:txBody>
      </p:sp>
      <p:sp>
        <p:nvSpPr>
          <p:cNvPr id="4" name="Text Placeholder 3">
            <a:extLst>
              <a:ext uri="{FF2B5EF4-FFF2-40B4-BE49-F238E27FC236}">
                <a16:creationId xmlns:a16="http://schemas.microsoft.com/office/drawing/2014/main" id="{B0C39A6A-847C-5857-1018-0A6E48FEFC6F}"/>
              </a:ext>
            </a:extLst>
          </p:cNvPr>
          <p:cNvSpPr>
            <a:spLocks noGrp="1"/>
          </p:cNvSpPr>
          <p:nvPr>
            <p:ph type="body" sz="quarter" idx="13"/>
          </p:nvPr>
        </p:nvSpPr>
        <p:spPr/>
        <p:txBody>
          <a:bodyPr/>
          <a:lstStyle/>
          <a:p>
            <a:r>
              <a:rPr lang="en-US" dirty="0"/>
              <a:t>labourhelpmb.ca</a:t>
            </a:r>
          </a:p>
        </p:txBody>
      </p:sp>
      <p:pic>
        <p:nvPicPr>
          <p:cNvPr id="6" name="Picture 5">
            <a:extLst>
              <a:ext uri="{FF2B5EF4-FFF2-40B4-BE49-F238E27FC236}">
                <a16:creationId xmlns:a16="http://schemas.microsoft.com/office/drawing/2014/main" id="{7F4225C5-6B78-38C4-2BE4-0BF308CC7872}"/>
              </a:ext>
            </a:extLst>
          </p:cNvPr>
          <p:cNvPicPr>
            <a:picLocks noChangeAspect="1"/>
          </p:cNvPicPr>
          <p:nvPr/>
        </p:nvPicPr>
        <p:blipFill>
          <a:blip r:embed="rId3"/>
          <a:stretch>
            <a:fillRect/>
          </a:stretch>
        </p:blipFill>
        <p:spPr>
          <a:xfrm>
            <a:off x="5487959" y="379378"/>
            <a:ext cx="6518264" cy="4597704"/>
          </a:xfrm>
          <a:prstGeom prst="rect">
            <a:avLst/>
          </a:prstGeom>
        </p:spPr>
      </p:pic>
    </p:spTree>
    <p:extLst>
      <p:ext uri="{BB962C8B-B14F-4D97-AF65-F5344CB8AC3E}">
        <p14:creationId xmlns:p14="http://schemas.microsoft.com/office/powerpoint/2010/main" val="1555036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E95E3-79E0-0D63-BC85-C7B8694EBBB0}"/>
              </a:ext>
            </a:extLst>
          </p:cNvPr>
          <p:cNvSpPr>
            <a:spLocks noGrp="1"/>
          </p:cNvSpPr>
          <p:nvPr>
            <p:ph type="ctrTitle"/>
          </p:nvPr>
        </p:nvSpPr>
        <p:spPr/>
        <p:txBody>
          <a:bodyPr/>
          <a:lstStyle/>
          <a:p>
            <a:r>
              <a:rPr lang="en-US" dirty="0"/>
              <a:t>What is a Large Language Model?</a:t>
            </a:r>
          </a:p>
        </p:txBody>
      </p:sp>
      <p:sp>
        <p:nvSpPr>
          <p:cNvPr id="3" name="Text Placeholder 2">
            <a:extLst>
              <a:ext uri="{FF2B5EF4-FFF2-40B4-BE49-F238E27FC236}">
                <a16:creationId xmlns:a16="http://schemas.microsoft.com/office/drawing/2014/main" id="{7C2C3FE2-F2AB-4906-66C3-EDDFC77EA40A}"/>
              </a:ext>
            </a:extLst>
          </p:cNvPr>
          <p:cNvSpPr>
            <a:spLocks noGrp="1"/>
          </p:cNvSpPr>
          <p:nvPr>
            <p:ph type="body" sz="quarter" idx="13"/>
          </p:nvPr>
        </p:nvSpPr>
        <p:spPr/>
        <p:txBody>
          <a:bodyPr/>
          <a:lstStyle/>
          <a:p>
            <a:pPr marL="342900" indent="-342900">
              <a:buFont typeface="Arial" panose="020B0604020202020204" pitchFamily="34" charset="0"/>
              <a:buChar char="•"/>
            </a:pPr>
            <a:r>
              <a:rPr lang="en-US" dirty="0"/>
              <a:t>Simply put: a system that models language</a:t>
            </a:r>
          </a:p>
          <a:p>
            <a:pPr marL="342900" indent="-342900">
              <a:buFont typeface="Arial" panose="020B0604020202020204" pitchFamily="34" charset="0"/>
              <a:buChar char="•"/>
            </a:pPr>
            <a:r>
              <a:rPr lang="en-US" dirty="0"/>
              <a:t>User enters a partial text, the model tries to “complete it”</a:t>
            </a:r>
          </a:p>
          <a:p>
            <a:pPr marL="342900" indent="-342900">
              <a:buFont typeface="Arial" panose="020B0604020202020204" pitchFamily="34" charset="0"/>
              <a:buChar char="•"/>
            </a:pPr>
            <a:r>
              <a:rPr lang="en-US" dirty="0"/>
              <a:t>Lots of glue and popsicle sticks are probably involved as well</a:t>
            </a:r>
          </a:p>
        </p:txBody>
      </p:sp>
      <p:sp>
        <p:nvSpPr>
          <p:cNvPr id="4" name="Text Placeholder 3">
            <a:extLst>
              <a:ext uri="{FF2B5EF4-FFF2-40B4-BE49-F238E27FC236}">
                <a16:creationId xmlns:a16="http://schemas.microsoft.com/office/drawing/2014/main" id="{1736B5BC-10CC-0DD8-0AE5-1E134A611431}"/>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2443462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FA9C3-8B58-D2C6-C4F8-C058B86CFAA5}"/>
              </a:ext>
            </a:extLst>
          </p:cNvPr>
          <p:cNvSpPr>
            <a:spLocks noGrp="1"/>
          </p:cNvSpPr>
          <p:nvPr>
            <p:ph type="ctrTitle"/>
          </p:nvPr>
        </p:nvSpPr>
        <p:spPr/>
        <p:txBody>
          <a:bodyPr/>
          <a:lstStyle/>
          <a:p>
            <a:r>
              <a:rPr lang="en-US" dirty="0"/>
              <a:t>Components of </a:t>
            </a:r>
            <a:r>
              <a:rPr lang="en-US" dirty="0" err="1"/>
              <a:t>LocalAI</a:t>
            </a:r>
            <a:endParaRPr lang="en-US" dirty="0"/>
          </a:p>
        </p:txBody>
      </p:sp>
      <p:sp>
        <p:nvSpPr>
          <p:cNvPr id="3" name="Text Placeholder 2">
            <a:extLst>
              <a:ext uri="{FF2B5EF4-FFF2-40B4-BE49-F238E27FC236}">
                <a16:creationId xmlns:a16="http://schemas.microsoft.com/office/drawing/2014/main" id="{4A4FD802-3510-F663-6CE8-8D4C329914B2}"/>
              </a:ext>
            </a:extLst>
          </p:cNvPr>
          <p:cNvSpPr>
            <a:spLocks noGrp="1"/>
          </p:cNvSpPr>
          <p:nvPr>
            <p:ph type="body" sz="quarter" idx="13"/>
          </p:nvPr>
        </p:nvSpPr>
        <p:spPr/>
        <p:txBody>
          <a:bodyPr/>
          <a:lstStyle/>
          <a:p>
            <a:pPr marL="342900" indent="-342900">
              <a:buFont typeface="Arial" panose="020B0604020202020204" pitchFamily="34" charset="0"/>
              <a:buChar char="•"/>
            </a:pPr>
            <a:r>
              <a:rPr lang="en-US" dirty="0"/>
              <a:t>Model</a:t>
            </a:r>
          </a:p>
          <a:p>
            <a:pPr marL="342900" indent="-342900">
              <a:buFont typeface="Arial" panose="020B0604020202020204" pitchFamily="34" charset="0"/>
              <a:buChar char="•"/>
            </a:pPr>
            <a:r>
              <a:rPr lang="en-US" dirty="0"/>
              <a:t>Inference engine</a:t>
            </a:r>
          </a:p>
          <a:p>
            <a:pPr marL="342900" indent="-342900">
              <a:buFont typeface="Arial" panose="020B0604020202020204" pitchFamily="34" charset="0"/>
              <a:buChar char="•"/>
            </a:pPr>
            <a:r>
              <a:rPr lang="en-US" dirty="0"/>
              <a:t>Hardware to load the model</a:t>
            </a:r>
          </a:p>
          <a:p>
            <a:pPr marL="342900" indent="-342900">
              <a:buFont typeface="Arial" panose="020B0604020202020204" pitchFamily="34" charset="0"/>
              <a:buChar char="•"/>
            </a:pPr>
            <a:r>
              <a:rPr lang="en-US" dirty="0"/>
              <a:t>Agent Harness</a:t>
            </a:r>
          </a:p>
          <a:p>
            <a:pPr marL="342900" indent="-342900">
              <a:buFont typeface="Arial" panose="020B0604020202020204" pitchFamily="34" charset="0"/>
              <a:buChar char="•"/>
            </a:pPr>
            <a:r>
              <a:rPr lang="en-US" dirty="0"/>
              <a:t>Vector Database (maybe)</a:t>
            </a:r>
          </a:p>
        </p:txBody>
      </p:sp>
      <p:sp>
        <p:nvSpPr>
          <p:cNvPr id="5" name="Text Placeholder 4">
            <a:extLst>
              <a:ext uri="{FF2B5EF4-FFF2-40B4-BE49-F238E27FC236}">
                <a16:creationId xmlns:a16="http://schemas.microsoft.com/office/drawing/2014/main" id="{6ADBF04B-BB27-57E9-1FF4-B0F9280E658B}"/>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3328294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7431B-D190-39F1-41D6-EB7E07B25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76BC01-21E4-8DB8-76D3-AE75BA28F6EE}"/>
              </a:ext>
            </a:extLst>
          </p:cNvPr>
          <p:cNvSpPr>
            <a:spLocks noGrp="1"/>
          </p:cNvSpPr>
          <p:nvPr>
            <p:ph type="title"/>
          </p:nvPr>
        </p:nvSpPr>
        <p:spPr/>
        <p:txBody>
          <a:bodyPr/>
          <a:lstStyle/>
          <a:p>
            <a:r>
              <a:rPr lang="en-US" dirty="0"/>
              <a:t>Jargon of </a:t>
            </a:r>
            <a:r>
              <a:rPr lang="en-US" dirty="0" err="1"/>
              <a:t>LocalAI</a:t>
            </a:r>
            <a:endParaRPr lang="en-US" dirty="0"/>
          </a:p>
        </p:txBody>
      </p:sp>
      <p:sp>
        <p:nvSpPr>
          <p:cNvPr id="3" name="Text Placeholder 2">
            <a:extLst>
              <a:ext uri="{FF2B5EF4-FFF2-40B4-BE49-F238E27FC236}">
                <a16:creationId xmlns:a16="http://schemas.microsoft.com/office/drawing/2014/main" id="{7DE4742B-D68C-4339-4247-836858A27D40}"/>
              </a:ext>
            </a:extLst>
          </p:cNvPr>
          <p:cNvSpPr>
            <a:spLocks noGrp="1"/>
          </p:cNvSpPr>
          <p:nvPr>
            <p:ph idx="1"/>
          </p:nvPr>
        </p:nvSpPr>
        <p:spPr/>
        <p:txBody>
          <a:bodyPr/>
          <a:lstStyle/>
          <a:p>
            <a:pPr marL="342900" indent="-342900">
              <a:buFont typeface="Arial" panose="020B0604020202020204" pitchFamily="34" charset="0"/>
              <a:buChar char="•"/>
            </a:pPr>
            <a:r>
              <a:rPr lang="en-US" dirty="0"/>
              <a:t>Finetuning</a:t>
            </a:r>
          </a:p>
          <a:p>
            <a:pPr marL="342900" indent="-342900">
              <a:buFont typeface="Arial" panose="020B0604020202020204" pitchFamily="34" charset="0"/>
              <a:buChar char="•"/>
            </a:pPr>
            <a:r>
              <a:rPr lang="en-US" dirty="0"/>
              <a:t>Quantization</a:t>
            </a:r>
          </a:p>
          <a:p>
            <a:pPr marL="342900" indent="-342900">
              <a:buFont typeface="Arial" panose="020B0604020202020204" pitchFamily="34" charset="0"/>
              <a:buChar char="•"/>
            </a:pPr>
            <a:r>
              <a:rPr lang="en-US" dirty="0"/>
              <a:t>Embedding</a:t>
            </a:r>
          </a:p>
          <a:p>
            <a:pPr marL="342900" indent="-342900">
              <a:buFont typeface="Arial" panose="020B0604020202020204" pitchFamily="34" charset="0"/>
              <a:buChar char="•"/>
            </a:pPr>
            <a:r>
              <a:rPr lang="en-US" dirty="0"/>
              <a:t>Context Size</a:t>
            </a:r>
          </a:p>
          <a:p>
            <a:pPr marL="342900" indent="-342900">
              <a:buFont typeface="Arial" panose="020B0604020202020204" pitchFamily="34" charset="0"/>
              <a:buChar char="•"/>
            </a:pPr>
            <a:r>
              <a:rPr lang="en-US" dirty="0"/>
              <a:t>Compaction</a:t>
            </a:r>
          </a:p>
          <a:p>
            <a:pPr marL="342900" indent="-342900">
              <a:buFont typeface="Arial" panose="020B0604020202020204" pitchFamily="34" charset="0"/>
              <a:buChar char="•"/>
            </a:pPr>
            <a:r>
              <a:rPr lang="en-US" dirty="0"/>
              <a:t>Temperature</a:t>
            </a:r>
          </a:p>
          <a:p>
            <a:pPr marL="342900" indent="-342900">
              <a:buFont typeface="Arial" panose="020B0604020202020204" pitchFamily="34" charset="0"/>
              <a:buChar char="•"/>
            </a:pPr>
            <a:r>
              <a:rPr lang="en-US" dirty="0" err="1"/>
              <a:t>KVCache</a:t>
            </a:r>
            <a:endParaRPr lang="en-US" dirty="0"/>
          </a:p>
          <a:p>
            <a:pPr marL="342900" indent="-342900">
              <a:buFont typeface="Arial" panose="020B0604020202020204" pitchFamily="34" charset="0"/>
              <a:buChar char="•"/>
            </a:pPr>
            <a:r>
              <a:rPr lang="en-US" dirty="0"/>
              <a:t>Instruct vs Reasoning vs MOE Models</a:t>
            </a:r>
          </a:p>
          <a:p>
            <a:pPr marL="342900" indent="-342900"/>
            <a:r>
              <a:rPr lang="en-US" dirty="0"/>
              <a:t>Tools and MCPs</a:t>
            </a:r>
          </a:p>
        </p:txBody>
      </p:sp>
    </p:spTree>
    <p:extLst>
      <p:ext uri="{BB962C8B-B14F-4D97-AF65-F5344CB8AC3E}">
        <p14:creationId xmlns:p14="http://schemas.microsoft.com/office/powerpoint/2010/main" val="207861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7E16E0D-6938-96CA-5ADF-D7206BE18AFE}"/>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864929" y="2093976"/>
            <a:ext cx="7081117" cy="2670048"/>
          </a:xfrm>
          <a:prstGeom prst="rect">
            <a:avLst/>
          </a:prstGeom>
        </p:spPr>
      </p:pic>
      <p:sp>
        <p:nvSpPr>
          <p:cNvPr id="2" name="Title 1">
            <a:extLst>
              <a:ext uri="{FF2B5EF4-FFF2-40B4-BE49-F238E27FC236}">
                <a16:creationId xmlns:a16="http://schemas.microsoft.com/office/drawing/2014/main" id="{C431B010-1703-8141-7C05-F4AA9990EEF6}"/>
              </a:ext>
            </a:extLst>
          </p:cNvPr>
          <p:cNvSpPr>
            <a:spLocks noGrp="1"/>
          </p:cNvSpPr>
          <p:nvPr>
            <p:ph type="title"/>
          </p:nvPr>
        </p:nvSpPr>
        <p:spPr/>
        <p:txBody>
          <a:bodyPr/>
          <a:lstStyle/>
          <a:p>
            <a:r>
              <a:rPr lang="en-US" dirty="0"/>
              <a:t>Models</a:t>
            </a:r>
          </a:p>
        </p:txBody>
      </p:sp>
      <p:sp>
        <p:nvSpPr>
          <p:cNvPr id="3" name="Content Placeholder 2">
            <a:extLst>
              <a:ext uri="{FF2B5EF4-FFF2-40B4-BE49-F238E27FC236}">
                <a16:creationId xmlns:a16="http://schemas.microsoft.com/office/drawing/2014/main" id="{321E5A87-DBCC-5703-C5E7-AB9AA58DFB1B}"/>
              </a:ext>
            </a:extLst>
          </p:cNvPr>
          <p:cNvSpPr>
            <a:spLocks noGrp="1"/>
          </p:cNvSpPr>
          <p:nvPr>
            <p:ph sz="half" idx="1"/>
          </p:nvPr>
        </p:nvSpPr>
        <p:spPr>
          <a:xfrm>
            <a:off x="685800" y="1344168"/>
            <a:ext cx="5410200" cy="4663440"/>
          </a:xfrm>
        </p:spPr>
        <p:txBody>
          <a:bodyPr/>
          <a:lstStyle/>
          <a:p>
            <a:r>
              <a:rPr lang="en-US" dirty="0"/>
              <a:t>What is a model?</a:t>
            </a:r>
          </a:p>
          <a:p>
            <a:r>
              <a:rPr lang="en-US" dirty="0"/>
              <a:t>Does not contain the training data itself</a:t>
            </a:r>
          </a:p>
          <a:p>
            <a:r>
              <a:rPr lang="en-US" dirty="0"/>
              <a:t>The model, </a:t>
            </a:r>
            <a:r>
              <a:rPr lang="en-US" i="1" dirty="0"/>
              <a:t>models</a:t>
            </a:r>
            <a:r>
              <a:rPr lang="en-US" dirty="0"/>
              <a:t> the language in the data</a:t>
            </a:r>
          </a:p>
          <a:p>
            <a:r>
              <a:rPr lang="en-US" dirty="0"/>
              <a:t>Where to get them?</a:t>
            </a:r>
          </a:p>
          <a:p>
            <a:pPr lvl="1"/>
            <a:r>
              <a:rPr lang="en-US" dirty="0"/>
              <a:t>Commercial: CoPilot, Claude Code</a:t>
            </a:r>
          </a:p>
          <a:p>
            <a:pPr lvl="1"/>
            <a:r>
              <a:rPr lang="en-US" dirty="0"/>
              <a:t>Free: huggingface.co</a:t>
            </a:r>
          </a:p>
        </p:txBody>
      </p:sp>
    </p:spTree>
    <p:extLst>
      <p:ext uri="{BB962C8B-B14F-4D97-AF65-F5344CB8AC3E}">
        <p14:creationId xmlns:p14="http://schemas.microsoft.com/office/powerpoint/2010/main" val="3184811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5730FAB-9B63-EEF4-38A4-36F2F3D581B5}"/>
              </a:ext>
            </a:extLst>
          </p:cNvPr>
          <p:cNvSpPr>
            <a:spLocks noGrp="1"/>
          </p:cNvSpPr>
          <p:nvPr>
            <p:ph type="title"/>
          </p:nvPr>
        </p:nvSpPr>
        <p:spPr/>
        <p:txBody>
          <a:bodyPr/>
          <a:lstStyle/>
          <a:p>
            <a:r>
              <a:rPr lang="en-US" dirty="0"/>
              <a:t>Weights &amp; Quantization</a:t>
            </a:r>
          </a:p>
        </p:txBody>
      </p:sp>
      <p:sp>
        <p:nvSpPr>
          <p:cNvPr id="6" name="Content Placeholder 5">
            <a:extLst>
              <a:ext uri="{FF2B5EF4-FFF2-40B4-BE49-F238E27FC236}">
                <a16:creationId xmlns:a16="http://schemas.microsoft.com/office/drawing/2014/main" id="{2CF3D7EF-8FFD-9334-F6CC-7D344E2F1159}"/>
              </a:ext>
            </a:extLst>
          </p:cNvPr>
          <p:cNvSpPr>
            <a:spLocks noGrp="1"/>
          </p:cNvSpPr>
          <p:nvPr>
            <p:ph idx="1"/>
          </p:nvPr>
        </p:nvSpPr>
        <p:spPr>
          <a:xfrm>
            <a:off x="685800" y="1344168"/>
            <a:ext cx="3507509" cy="4663440"/>
          </a:xfrm>
        </p:spPr>
        <p:txBody>
          <a:bodyPr/>
          <a:lstStyle/>
          <a:p>
            <a:r>
              <a:rPr lang="en-US" dirty="0"/>
              <a:t>LLM are vectors</a:t>
            </a:r>
          </a:p>
          <a:p>
            <a:r>
              <a:rPr lang="en-US" dirty="0"/>
              <a:t>Often called weights or parameters</a:t>
            </a:r>
          </a:p>
          <a:p>
            <a:r>
              <a:rPr lang="en-US" dirty="0"/>
              <a:t>These weights are represented as numbers</a:t>
            </a:r>
          </a:p>
          <a:p>
            <a:r>
              <a:rPr lang="en-US" dirty="0"/>
              <a:t>Quantization</a:t>
            </a:r>
          </a:p>
        </p:txBody>
      </p:sp>
      <p:grpSp>
        <p:nvGrpSpPr>
          <p:cNvPr id="8" name="Group 7">
            <a:extLst>
              <a:ext uri="{FF2B5EF4-FFF2-40B4-BE49-F238E27FC236}">
                <a16:creationId xmlns:a16="http://schemas.microsoft.com/office/drawing/2014/main" id="{45805D7F-46E3-8F15-C40C-FF987A164E46}"/>
              </a:ext>
            </a:extLst>
          </p:cNvPr>
          <p:cNvGrpSpPr/>
          <p:nvPr/>
        </p:nvGrpSpPr>
        <p:grpSpPr>
          <a:xfrm>
            <a:off x="4301741" y="1294182"/>
            <a:ext cx="7779422" cy="4638968"/>
            <a:chOff x="4301741" y="1294182"/>
            <a:chExt cx="7779422" cy="4638968"/>
          </a:xfrm>
        </p:grpSpPr>
        <p:pic>
          <p:nvPicPr>
            <p:cNvPr id="3" name="Picture 2">
              <a:extLst>
                <a:ext uri="{FF2B5EF4-FFF2-40B4-BE49-F238E27FC236}">
                  <a16:creationId xmlns:a16="http://schemas.microsoft.com/office/drawing/2014/main" id="{AA179DF0-E81A-513B-CD2D-80710836F5D4}"/>
                </a:ext>
              </a:extLst>
            </p:cNvPr>
            <p:cNvPicPr>
              <a:picLocks noChangeAspect="1"/>
            </p:cNvPicPr>
            <p:nvPr/>
          </p:nvPicPr>
          <p:blipFill>
            <a:blip r:embed="rId3"/>
            <a:stretch>
              <a:fillRect/>
            </a:stretch>
          </p:blipFill>
          <p:spPr>
            <a:xfrm>
              <a:off x="4301741" y="1294182"/>
              <a:ext cx="7779422" cy="4269636"/>
            </a:xfrm>
            <a:prstGeom prst="rect">
              <a:avLst/>
            </a:prstGeom>
            <a:effectLst>
              <a:outerShdw blurRad="50800" dist="38100" dir="2700000" algn="tl" rotWithShape="0">
                <a:prstClr val="black">
                  <a:alpha val="40000"/>
                </a:prstClr>
              </a:outerShdw>
            </a:effectLst>
          </p:spPr>
        </p:pic>
        <p:sp>
          <p:nvSpPr>
            <p:cNvPr id="7" name="TextBox 6">
              <a:extLst>
                <a:ext uri="{FF2B5EF4-FFF2-40B4-BE49-F238E27FC236}">
                  <a16:creationId xmlns:a16="http://schemas.microsoft.com/office/drawing/2014/main" id="{7C21FC47-62CA-CEF6-EAD5-AA511F9F8A1D}"/>
                </a:ext>
              </a:extLst>
            </p:cNvPr>
            <p:cNvSpPr txBox="1"/>
            <p:nvPr/>
          </p:nvSpPr>
          <p:spPr>
            <a:xfrm>
              <a:off x="4301741" y="5563818"/>
              <a:ext cx="6096000" cy="369332"/>
            </a:xfrm>
            <a:prstGeom prst="rect">
              <a:avLst/>
            </a:prstGeom>
            <a:noFill/>
          </p:spPr>
          <p:txBody>
            <a:bodyPr wrap="square">
              <a:spAutoFit/>
            </a:bodyPr>
            <a:lstStyle/>
            <a:p>
              <a:r>
                <a:rPr lang="en-US" dirty="0">
                  <a:solidFill>
                    <a:schemeClr val="tx2">
                      <a:lumMod val="50000"/>
                      <a:lumOff val="50000"/>
                    </a:schemeClr>
                  </a:solidFill>
                </a:rPr>
                <a:t>Credit: https://www.youtube.com/watch?v=wjZofJX0v4M</a:t>
              </a:r>
            </a:p>
          </p:txBody>
        </p:sp>
      </p:grpSp>
    </p:spTree>
    <p:extLst>
      <p:ext uri="{BB962C8B-B14F-4D97-AF65-F5344CB8AC3E}">
        <p14:creationId xmlns:p14="http://schemas.microsoft.com/office/powerpoint/2010/main" val="4159494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34C0B-535E-9EA8-AEF8-AE67D3490972}"/>
              </a:ext>
            </a:extLst>
          </p:cNvPr>
          <p:cNvSpPr>
            <a:spLocks noGrp="1"/>
          </p:cNvSpPr>
          <p:nvPr>
            <p:ph type="title"/>
          </p:nvPr>
        </p:nvSpPr>
        <p:spPr/>
        <p:txBody>
          <a:bodyPr/>
          <a:lstStyle/>
          <a:p>
            <a:r>
              <a:rPr lang="en-US" dirty="0"/>
              <a:t>Hugging Face 🤗</a:t>
            </a:r>
          </a:p>
        </p:txBody>
      </p:sp>
      <p:sp>
        <p:nvSpPr>
          <p:cNvPr id="3" name="Content Placeholder 2">
            <a:extLst>
              <a:ext uri="{FF2B5EF4-FFF2-40B4-BE49-F238E27FC236}">
                <a16:creationId xmlns:a16="http://schemas.microsoft.com/office/drawing/2014/main" id="{E3EDB1EF-D218-FEEC-69F4-B3444E79FDDE}"/>
              </a:ext>
            </a:extLst>
          </p:cNvPr>
          <p:cNvSpPr>
            <a:spLocks noGrp="1"/>
          </p:cNvSpPr>
          <p:nvPr>
            <p:ph idx="1"/>
          </p:nvPr>
        </p:nvSpPr>
        <p:spPr>
          <a:xfrm>
            <a:off x="685800" y="1344168"/>
            <a:ext cx="5193792" cy="4663440"/>
          </a:xfrm>
        </p:spPr>
        <p:txBody>
          <a:bodyPr/>
          <a:lstStyle/>
          <a:p>
            <a:r>
              <a:rPr lang="en-US" dirty="0"/>
              <a:t>Recently purchased by Nvidia </a:t>
            </a:r>
            <a:r>
              <a:rPr lang="en-US" dirty="0">
                <a:sym typeface="Wingdings" panose="05000000000000000000" pitchFamily="2" charset="2"/>
              </a:rPr>
              <a:t>😡</a:t>
            </a:r>
          </a:p>
          <a:p>
            <a:r>
              <a:rPr lang="en-US" dirty="0">
                <a:sym typeface="Wingdings" panose="05000000000000000000" pitchFamily="2" charset="2"/>
              </a:rPr>
              <a:t>Stores open-weight models</a:t>
            </a:r>
          </a:p>
          <a:p>
            <a:pPr lvl="1"/>
            <a:r>
              <a:rPr lang="en-US" dirty="0">
                <a:sym typeface="Wingdings" panose="05000000000000000000" pitchFamily="2" charset="2"/>
              </a:rPr>
              <a:t>Qwen (Alibaba)</a:t>
            </a:r>
          </a:p>
          <a:p>
            <a:pPr lvl="1"/>
            <a:r>
              <a:rPr lang="en-US" dirty="0">
                <a:sym typeface="Wingdings" panose="05000000000000000000" pitchFamily="2" charset="2"/>
              </a:rPr>
              <a:t>DeepSeek</a:t>
            </a:r>
          </a:p>
          <a:p>
            <a:pPr lvl="1"/>
            <a:r>
              <a:rPr lang="en-US" dirty="0">
                <a:sym typeface="Wingdings" panose="05000000000000000000" pitchFamily="2" charset="2"/>
              </a:rPr>
              <a:t>Kimi</a:t>
            </a:r>
          </a:p>
          <a:p>
            <a:pPr lvl="1"/>
            <a:r>
              <a:rPr lang="en-US" dirty="0" err="1">
                <a:sym typeface="Wingdings" panose="05000000000000000000" pitchFamily="2" charset="2"/>
              </a:rPr>
              <a:t>MiniMax</a:t>
            </a:r>
            <a:endParaRPr lang="en-US" dirty="0">
              <a:sym typeface="Wingdings" panose="05000000000000000000" pitchFamily="2" charset="2"/>
            </a:endParaRPr>
          </a:p>
          <a:p>
            <a:r>
              <a:rPr lang="en-US" dirty="0">
                <a:sym typeface="Wingdings" panose="05000000000000000000" pitchFamily="2" charset="2"/>
              </a:rPr>
              <a:t>Most inference engines integrate directly</a:t>
            </a:r>
          </a:p>
          <a:p>
            <a:r>
              <a:rPr lang="en-US" dirty="0">
                <a:sym typeface="Wingdings" panose="05000000000000000000" pitchFamily="2" charset="2"/>
              </a:rPr>
              <a:t>Multi-format models (</a:t>
            </a:r>
            <a:r>
              <a:rPr lang="en-US" dirty="0" err="1">
                <a:sym typeface="Wingdings" panose="05000000000000000000" pitchFamily="2" charset="2"/>
              </a:rPr>
              <a:t>safetensors</a:t>
            </a:r>
            <a:r>
              <a:rPr lang="en-US" dirty="0">
                <a:sym typeface="Wingdings" panose="05000000000000000000" pitchFamily="2" charset="2"/>
              </a:rPr>
              <a:t>, GGUF)</a:t>
            </a:r>
          </a:p>
          <a:p>
            <a:r>
              <a:rPr lang="en-US" dirty="0">
                <a:sym typeface="Wingdings" panose="05000000000000000000" pitchFamily="2" charset="2"/>
              </a:rPr>
              <a:t>Commands for running w/ specific engines</a:t>
            </a:r>
          </a:p>
          <a:p>
            <a:r>
              <a:rPr lang="en-US" dirty="0">
                <a:sym typeface="Wingdings" panose="05000000000000000000" pitchFamily="2" charset="2"/>
              </a:rPr>
              <a:t>Multiple </a:t>
            </a:r>
            <a:r>
              <a:rPr lang="en-US" dirty="0" err="1">
                <a:sym typeface="Wingdings" panose="05000000000000000000" pitchFamily="2" charset="2"/>
              </a:rPr>
              <a:t>Quantizations</a:t>
            </a:r>
            <a:endParaRPr lang="en-US" dirty="0">
              <a:sym typeface="Wingdings" panose="05000000000000000000" pitchFamily="2" charset="2"/>
            </a:endParaRPr>
          </a:p>
          <a:p>
            <a:r>
              <a:rPr lang="en-US" dirty="0">
                <a:sym typeface="Wingdings" panose="05000000000000000000" pitchFamily="2" charset="2"/>
              </a:rPr>
              <a:t>Tools for gauging hardware capabilities</a:t>
            </a:r>
          </a:p>
          <a:p>
            <a:pPr marL="0" indent="0">
              <a:buNone/>
            </a:pPr>
            <a:endParaRPr lang="en-US" dirty="0">
              <a:sym typeface="Wingdings" panose="05000000000000000000" pitchFamily="2" charset="2"/>
            </a:endParaRPr>
          </a:p>
          <a:p>
            <a:endParaRPr lang="en-US" dirty="0"/>
          </a:p>
        </p:txBody>
      </p:sp>
      <p:pic>
        <p:nvPicPr>
          <p:cNvPr id="5" name="Picture 4">
            <a:extLst>
              <a:ext uri="{FF2B5EF4-FFF2-40B4-BE49-F238E27FC236}">
                <a16:creationId xmlns:a16="http://schemas.microsoft.com/office/drawing/2014/main" id="{7903B750-73E8-A476-8E1A-8C6DBF14F029}"/>
              </a:ext>
            </a:extLst>
          </p:cNvPr>
          <p:cNvPicPr>
            <a:picLocks noChangeAspect="1"/>
          </p:cNvPicPr>
          <p:nvPr/>
        </p:nvPicPr>
        <p:blipFill>
          <a:blip r:embed="rId3"/>
          <a:stretch>
            <a:fillRect/>
          </a:stretch>
        </p:blipFill>
        <p:spPr>
          <a:xfrm>
            <a:off x="5797026" y="1246491"/>
            <a:ext cx="6188380" cy="4365018"/>
          </a:xfrm>
          <a:prstGeom prst="rect">
            <a:avLst/>
          </a:prstGeom>
        </p:spPr>
      </p:pic>
      <p:sp>
        <p:nvSpPr>
          <p:cNvPr id="6" name="Rectangle 5">
            <a:extLst>
              <a:ext uri="{FF2B5EF4-FFF2-40B4-BE49-F238E27FC236}">
                <a16:creationId xmlns:a16="http://schemas.microsoft.com/office/drawing/2014/main" id="{3A2C4B84-B357-1451-1D9F-2196545EC895}"/>
              </a:ext>
            </a:extLst>
          </p:cNvPr>
          <p:cNvSpPr/>
          <p:nvPr/>
        </p:nvSpPr>
        <p:spPr>
          <a:xfrm>
            <a:off x="8494776" y="2862072"/>
            <a:ext cx="960120" cy="28346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E1BDF4D3-39DC-6EE2-92A8-0B2A24EFD52F}"/>
              </a:ext>
            </a:extLst>
          </p:cNvPr>
          <p:cNvPicPr>
            <a:picLocks noChangeAspect="1"/>
          </p:cNvPicPr>
          <p:nvPr/>
        </p:nvPicPr>
        <p:blipFill>
          <a:blip r:embed="rId4"/>
          <a:stretch>
            <a:fillRect/>
          </a:stretch>
        </p:blipFill>
        <p:spPr>
          <a:xfrm>
            <a:off x="5797026" y="1246491"/>
            <a:ext cx="6188380" cy="4365018"/>
          </a:xfrm>
          <a:prstGeom prst="rect">
            <a:avLst/>
          </a:prstGeom>
        </p:spPr>
      </p:pic>
      <p:sp>
        <p:nvSpPr>
          <p:cNvPr id="9" name="Rectangle 8">
            <a:extLst>
              <a:ext uri="{FF2B5EF4-FFF2-40B4-BE49-F238E27FC236}">
                <a16:creationId xmlns:a16="http://schemas.microsoft.com/office/drawing/2014/main" id="{C8C77362-FDD0-783C-50D9-239960929DAA}"/>
              </a:ext>
            </a:extLst>
          </p:cNvPr>
          <p:cNvSpPr/>
          <p:nvPr/>
        </p:nvSpPr>
        <p:spPr>
          <a:xfrm>
            <a:off x="9454896" y="2112264"/>
            <a:ext cx="1618488" cy="342899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D133963-BC98-6CF0-A997-3B1C466D709D}"/>
              </a:ext>
            </a:extLst>
          </p:cNvPr>
          <p:cNvSpPr/>
          <p:nvPr/>
        </p:nvSpPr>
        <p:spPr>
          <a:xfrm>
            <a:off x="9454896" y="1792224"/>
            <a:ext cx="1618488" cy="3200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81DC2324-0801-17AD-1FE9-8DB2D05A040D}"/>
              </a:ext>
            </a:extLst>
          </p:cNvPr>
          <p:cNvPicPr>
            <a:picLocks noChangeAspect="1"/>
          </p:cNvPicPr>
          <p:nvPr/>
        </p:nvPicPr>
        <p:blipFill>
          <a:blip r:embed="rId5"/>
          <a:stretch>
            <a:fillRect/>
          </a:stretch>
        </p:blipFill>
        <p:spPr>
          <a:xfrm>
            <a:off x="9445752" y="1783080"/>
            <a:ext cx="1682496" cy="3776471"/>
          </a:xfrm>
          <a:prstGeom prst="rect">
            <a:avLst/>
          </a:prstGeom>
        </p:spPr>
      </p:pic>
    </p:spTree>
    <p:extLst>
      <p:ext uri="{BB962C8B-B14F-4D97-AF65-F5344CB8AC3E}">
        <p14:creationId xmlns:p14="http://schemas.microsoft.com/office/powerpoint/2010/main" val="497770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nodeType="after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par>
                          <p:cTn id="41" fill="hold">
                            <p:stCondLst>
                              <p:cond delay="0"/>
                            </p:stCondLst>
                            <p:childTnLst>
                              <p:par>
                                <p:cTn id="42" presetID="1" presetClass="entr" presetSubtype="0" fill="hold" grpId="0" nodeType="afterEffect">
                                  <p:stCondLst>
                                    <p:cond delay="0"/>
                                  </p:stCondLst>
                                  <p:childTnLst>
                                    <p:set>
                                      <p:cBhvr>
                                        <p:cTn id="43" dur="1" fill="hold">
                                          <p:stCondLst>
                                            <p:cond delay="0"/>
                                          </p:stCondLst>
                                        </p:cTn>
                                        <p:tgtEl>
                                          <p:spTgt spid="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
                                            <p:txEl>
                                              <p:pRg st="10" end="10"/>
                                            </p:txEl>
                                          </p:spTgt>
                                        </p:tgtEl>
                                        <p:attrNameLst>
                                          <p:attrName>style.visibility</p:attrName>
                                        </p:attrNameLst>
                                      </p:cBhvr>
                                      <p:to>
                                        <p:strVal val="visible"/>
                                      </p:to>
                                    </p:set>
                                  </p:childTnLst>
                                </p:cTn>
                              </p:par>
                            </p:childTnLst>
                          </p:cTn>
                        </p:par>
                        <p:par>
                          <p:cTn id="48" fill="hold">
                            <p:stCondLst>
                              <p:cond delay="0"/>
                            </p:stCondLst>
                            <p:childTnLst>
                              <p:par>
                                <p:cTn id="49" presetID="10" presetClass="exit" presetSubtype="0" fill="hold" grpId="1" nodeType="afterEffect">
                                  <p:stCondLst>
                                    <p:cond delay="0"/>
                                  </p:stCondLst>
                                  <p:childTnLst>
                                    <p:animEffect transition="out" filter="fade">
                                      <p:cBhvr>
                                        <p:cTn id="50" dur="500"/>
                                        <p:tgtEl>
                                          <p:spTgt spid="9"/>
                                        </p:tgtEl>
                                      </p:cBhvr>
                                    </p:animEffect>
                                    <p:set>
                                      <p:cBhvr>
                                        <p:cTn id="51" dur="1" fill="hold">
                                          <p:stCondLst>
                                            <p:cond delay="499"/>
                                          </p:stCondLst>
                                        </p:cTn>
                                        <p:tgtEl>
                                          <p:spTgt spid="9"/>
                                        </p:tgtEl>
                                        <p:attrNameLst>
                                          <p:attrName>style.visibility</p:attrName>
                                        </p:attrNameLst>
                                      </p:cBhvr>
                                      <p:to>
                                        <p:strVal val="hidden"/>
                                      </p:to>
                                    </p:set>
                                  </p:childTnLst>
                                </p:cTn>
                              </p:par>
                            </p:childTnLst>
                          </p:cTn>
                        </p:par>
                        <p:par>
                          <p:cTn id="52" fill="hold">
                            <p:stCondLst>
                              <p:cond delay="500"/>
                            </p:stCondLst>
                            <p:childTnLst>
                              <p:par>
                                <p:cTn id="53" presetID="10" presetClass="entr" presetSubtype="0" fill="hold" grpId="0" nodeType="after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500"/>
                                        <p:tgtEl>
                                          <p:spTgt spid="10"/>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9" grpId="0" animBg="1"/>
      <p:bldP spid="9" grpId="1"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AE7F5-F2ED-4B79-9B90-F29654FC3552}"/>
              </a:ext>
            </a:extLst>
          </p:cNvPr>
          <p:cNvSpPr>
            <a:spLocks noGrp="1"/>
          </p:cNvSpPr>
          <p:nvPr>
            <p:ph type="title"/>
          </p:nvPr>
        </p:nvSpPr>
        <p:spPr/>
        <p:txBody>
          <a:bodyPr/>
          <a:lstStyle/>
          <a:p>
            <a:r>
              <a:rPr lang="en-US" dirty="0"/>
              <a:t>Inference Engine</a:t>
            </a:r>
          </a:p>
        </p:txBody>
      </p:sp>
      <p:sp>
        <p:nvSpPr>
          <p:cNvPr id="3" name="Content Placeholder 2">
            <a:extLst>
              <a:ext uri="{FF2B5EF4-FFF2-40B4-BE49-F238E27FC236}">
                <a16:creationId xmlns:a16="http://schemas.microsoft.com/office/drawing/2014/main" id="{E9C54D59-B3F5-CB43-D61E-8DE32EC02A73}"/>
              </a:ext>
            </a:extLst>
          </p:cNvPr>
          <p:cNvSpPr>
            <a:spLocks noGrp="1"/>
          </p:cNvSpPr>
          <p:nvPr>
            <p:ph idx="1"/>
          </p:nvPr>
        </p:nvSpPr>
        <p:spPr/>
        <p:txBody>
          <a:bodyPr/>
          <a:lstStyle/>
          <a:p>
            <a:r>
              <a:rPr lang="en-US" dirty="0"/>
              <a:t>A trained model can be used for inference</a:t>
            </a:r>
          </a:p>
          <a:p>
            <a:r>
              <a:rPr lang="en-US" dirty="0"/>
              <a:t>Inference is the act of predicting “next tokens”</a:t>
            </a:r>
          </a:p>
          <a:p>
            <a:r>
              <a:rPr lang="en-US" dirty="0"/>
              <a:t>The act of inference is orchestrated by an Inference Engine</a:t>
            </a:r>
          </a:p>
          <a:p>
            <a:r>
              <a:rPr lang="en-US" dirty="0"/>
              <a:t>There are several:</a:t>
            </a:r>
          </a:p>
          <a:p>
            <a:pPr lvl="1"/>
            <a:r>
              <a:rPr lang="en-US" dirty="0"/>
              <a:t>llama.cpp</a:t>
            </a:r>
          </a:p>
          <a:p>
            <a:pPr lvl="1"/>
            <a:r>
              <a:rPr lang="en-US" dirty="0" err="1"/>
              <a:t>vLLM</a:t>
            </a:r>
            <a:endParaRPr lang="en-US" dirty="0"/>
          </a:p>
          <a:p>
            <a:pPr lvl="1"/>
            <a:r>
              <a:rPr lang="en-US" dirty="0" err="1"/>
              <a:t>SGLang</a:t>
            </a:r>
            <a:endParaRPr lang="en-US" dirty="0"/>
          </a:p>
          <a:p>
            <a:r>
              <a:rPr lang="en-US" dirty="0" err="1"/>
              <a:t>Ollama</a:t>
            </a:r>
            <a:r>
              <a:rPr lang="en-US" dirty="0"/>
              <a:t> (wrapper over llama.cpp)</a:t>
            </a:r>
          </a:p>
          <a:p>
            <a:r>
              <a:rPr lang="en-US" dirty="0"/>
              <a:t>Typically all expose:</a:t>
            </a:r>
          </a:p>
          <a:p>
            <a:pPr lvl="1"/>
            <a:r>
              <a:rPr lang="en-US" dirty="0"/>
              <a:t>CLI</a:t>
            </a:r>
          </a:p>
          <a:p>
            <a:pPr lvl="1"/>
            <a:r>
              <a:rPr lang="en-US" dirty="0"/>
              <a:t>TUI chat interface</a:t>
            </a:r>
          </a:p>
          <a:p>
            <a:pPr lvl="1"/>
            <a:r>
              <a:rPr lang="en-US" dirty="0"/>
              <a:t>OpenAI API</a:t>
            </a:r>
          </a:p>
        </p:txBody>
      </p:sp>
      <p:pic>
        <p:nvPicPr>
          <p:cNvPr id="4" name="LLM">
            <a:hlinkClick r:id="" action="ppaction://media"/>
            <a:extLst>
              <a:ext uri="{FF2B5EF4-FFF2-40B4-BE49-F238E27FC236}">
                <a16:creationId xmlns:a16="http://schemas.microsoft.com/office/drawing/2014/main" id="{C0AEDF2B-D524-4A95-1044-45FC405F38B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6668903" y="2862549"/>
            <a:ext cx="5337359" cy="2861596"/>
          </a:xfrm>
          <a:prstGeom prst="rect">
            <a:avLst/>
          </a:prstGeom>
        </p:spPr>
      </p:pic>
      <p:sp>
        <p:nvSpPr>
          <p:cNvPr id="6" name="TextBox 5">
            <a:extLst>
              <a:ext uri="{FF2B5EF4-FFF2-40B4-BE49-F238E27FC236}">
                <a16:creationId xmlns:a16="http://schemas.microsoft.com/office/drawing/2014/main" id="{02D6A489-7405-8760-F804-FC4E27C45864}"/>
              </a:ext>
            </a:extLst>
          </p:cNvPr>
          <p:cNvSpPr txBox="1"/>
          <p:nvPr/>
        </p:nvSpPr>
        <p:spPr>
          <a:xfrm>
            <a:off x="6555994" y="5739753"/>
            <a:ext cx="5450268" cy="276999"/>
          </a:xfrm>
          <a:prstGeom prst="rect">
            <a:avLst/>
          </a:prstGeom>
          <a:noFill/>
        </p:spPr>
        <p:txBody>
          <a:bodyPr wrap="square">
            <a:spAutoFit/>
          </a:bodyPr>
          <a:lstStyle/>
          <a:p>
            <a:r>
              <a:rPr lang="en-US" sz="1200" dirty="0"/>
              <a:t>Credit: AI Search: https://www.youtube.com/watch?v=J0D7qV3nl7w</a:t>
            </a:r>
          </a:p>
        </p:txBody>
      </p:sp>
    </p:spTree>
    <p:extLst>
      <p:ext uri="{BB962C8B-B14F-4D97-AF65-F5344CB8AC3E}">
        <p14:creationId xmlns:p14="http://schemas.microsoft.com/office/powerpoint/2010/main" val="3795161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mediacall" presetSubtype="0" fill="hold" nodeType="withEffect">
                                  <p:stCondLst>
                                    <p:cond delay="0"/>
                                  </p:stCondLst>
                                  <p:childTnLst>
                                    <p:cmd type="call" cmd="togglePause">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4"/>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78453-17F7-80DB-058C-5354371B7ED6}"/>
              </a:ext>
            </a:extLst>
          </p:cNvPr>
          <p:cNvSpPr>
            <a:spLocks noGrp="1"/>
          </p:cNvSpPr>
          <p:nvPr>
            <p:ph type="title"/>
          </p:nvPr>
        </p:nvSpPr>
        <p:spPr/>
        <p:txBody>
          <a:bodyPr/>
          <a:lstStyle/>
          <a:p>
            <a:r>
              <a:rPr lang="en-US" dirty="0"/>
              <a:t>llama.cpp</a:t>
            </a:r>
          </a:p>
        </p:txBody>
      </p:sp>
      <p:sp>
        <p:nvSpPr>
          <p:cNvPr id="3" name="Content Placeholder 2">
            <a:extLst>
              <a:ext uri="{FF2B5EF4-FFF2-40B4-BE49-F238E27FC236}">
                <a16:creationId xmlns:a16="http://schemas.microsoft.com/office/drawing/2014/main" id="{B19CC161-2287-5D74-9E71-1FE6F697082A}"/>
              </a:ext>
            </a:extLst>
          </p:cNvPr>
          <p:cNvSpPr>
            <a:spLocks noGrp="1"/>
          </p:cNvSpPr>
          <p:nvPr>
            <p:ph idx="1"/>
          </p:nvPr>
        </p:nvSpPr>
        <p:spPr/>
        <p:txBody>
          <a:bodyPr/>
          <a:lstStyle/>
          <a:p>
            <a:r>
              <a:rPr lang="en-US" dirty="0"/>
              <a:t>Low-level, C++ inference engine</a:t>
            </a:r>
          </a:p>
          <a:p>
            <a:r>
              <a:rPr lang="en-US" dirty="0"/>
              <a:t>Best ran by compiling from source</a:t>
            </a:r>
          </a:p>
          <a:p>
            <a:r>
              <a:rPr lang="en-US" dirty="0"/>
              <a:t>Can be fragile</a:t>
            </a:r>
          </a:p>
          <a:p>
            <a:r>
              <a:rPr lang="en-US" dirty="0"/>
              <a:t>Loads and runs </a:t>
            </a:r>
            <a:r>
              <a:rPr lang="en-US" dirty="0" err="1"/>
              <a:t>gguf</a:t>
            </a:r>
            <a:r>
              <a:rPr lang="en-US" dirty="0"/>
              <a:t> formatted models</a:t>
            </a:r>
          </a:p>
          <a:p>
            <a:r>
              <a:rPr lang="en-US" dirty="0"/>
              <a:t>Supports multiple “backends” like Nvidia’s Cuda, Intel’s </a:t>
            </a:r>
            <a:r>
              <a:rPr lang="en-US" dirty="0" err="1"/>
              <a:t>OpenVino</a:t>
            </a:r>
            <a:r>
              <a:rPr lang="en-US" dirty="0"/>
              <a:t>, AMD’s </a:t>
            </a:r>
            <a:r>
              <a:rPr lang="en-US" dirty="0" err="1"/>
              <a:t>ROCm</a:t>
            </a:r>
            <a:endParaRPr lang="en-US" dirty="0"/>
          </a:p>
          <a:p>
            <a:r>
              <a:rPr lang="en-US" dirty="0"/>
              <a:t>Provides chat interface, server and conversion tools</a:t>
            </a:r>
          </a:p>
          <a:p>
            <a:pPr lvl="1"/>
            <a:r>
              <a:rPr lang="en-US" dirty="0"/>
              <a:t>convert_hf_to_gguf.py</a:t>
            </a:r>
          </a:p>
          <a:p>
            <a:pPr lvl="1"/>
            <a:r>
              <a:rPr lang="en-US" dirty="0"/>
              <a:t>llama-cli</a:t>
            </a:r>
          </a:p>
          <a:p>
            <a:pPr lvl="1"/>
            <a:r>
              <a:rPr lang="en-US" dirty="0"/>
              <a:t>llama-server (OpenAI compatible)</a:t>
            </a:r>
          </a:p>
          <a:p>
            <a:endParaRPr lang="en-US" dirty="0"/>
          </a:p>
        </p:txBody>
      </p:sp>
    </p:spTree>
    <p:extLst>
      <p:ext uri="{BB962C8B-B14F-4D97-AF65-F5344CB8AC3E}">
        <p14:creationId xmlns:p14="http://schemas.microsoft.com/office/powerpoint/2010/main" val="600407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184B9-498A-E8F4-A3B3-A81EA578D517}"/>
              </a:ext>
            </a:extLst>
          </p:cNvPr>
          <p:cNvSpPr>
            <a:spLocks noGrp="1"/>
          </p:cNvSpPr>
          <p:nvPr>
            <p:ph type="title"/>
          </p:nvPr>
        </p:nvSpPr>
        <p:spPr>
          <a:xfrm>
            <a:off x="144482" y="275306"/>
            <a:ext cx="10817352" cy="914400"/>
          </a:xfrm>
        </p:spPr>
        <p:txBody>
          <a:bodyPr/>
          <a:lstStyle/>
          <a:p>
            <a:r>
              <a:rPr lang="en-US" dirty="0"/>
              <a:t>Example</a:t>
            </a:r>
          </a:p>
        </p:txBody>
      </p:sp>
      <p:pic>
        <p:nvPicPr>
          <p:cNvPr id="6" name="Picture 5">
            <a:extLst>
              <a:ext uri="{FF2B5EF4-FFF2-40B4-BE49-F238E27FC236}">
                <a16:creationId xmlns:a16="http://schemas.microsoft.com/office/drawing/2014/main" id="{161A81B1-989F-FEF7-3ED6-E31AA6972E19}"/>
              </a:ext>
            </a:extLst>
          </p:cNvPr>
          <p:cNvPicPr>
            <a:picLocks noChangeAspect="1"/>
          </p:cNvPicPr>
          <p:nvPr/>
        </p:nvPicPr>
        <p:blipFill>
          <a:blip r:embed="rId3"/>
          <a:stretch>
            <a:fillRect/>
          </a:stretch>
        </p:blipFill>
        <p:spPr>
          <a:xfrm>
            <a:off x="5271100" y="73152"/>
            <a:ext cx="6776417" cy="6582694"/>
          </a:xfrm>
          <a:prstGeom prst="rect">
            <a:avLst/>
          </a:prstGeom>
          <a:ln>
            <a:solidFill>
              <a:schemeClr val="bg2">
                <a:lumMod val="85000"/>
              </a:schemeClr>
            </a:solidFill>
          </a:ln>
          <a:effectLst>
            <a:outerShdw blurRad="50800" dist="38100" algn="l" rotWithShape="0">
              <a:prstClr val="black">
                <a:alpha val="40000"/>
              </a:prstClr>
            </a:outerShdw>
          </a:effectLst>
        </p:spPr>
      </p:pic>
      <p:sp>
        <p:nvSpPr>
          <p:cNvPr id="3" name="Content Placeholder 2">
            <a:extLst>
              <a:ext uri="{FF2B5EF4-FFF2-40B4-BE49-F238E27FC236}">
                <a16:creationId xmlns:a16="http://schemas.microsoft.com/office/drawing/2014/main" id="{36D17ADB-0AF2-5946-CE8C-3C8281622B96}"/>
              </a:ext>
            </a:extLst>
          </p:cNvPr>
          <p:cNvSpPr>
            <a:spLocks noGrp="1"/>
          </p:cNvSpPr>
          <p:nvPr>
            <p:ph idx="1"/>
          </p:nvPr>
        </p:nvSpPr>
        <p:spPr>
          <a:xfrm>
            <a:off x="34754" y="1344168"/>
            <a:ext cx="5195614" cy="914400"/>
          </a:xfrm>
        </p:spPr>
        <p:txBody>
          <a:bodyPr/>
          <a:lstStyle/>
          <a:p>
            <a:pPr marL="0" indent="0">
              <a:buNone/>
            </a:pPr>
            <a:r>
              <a:rPr lang="en-US" sz="1400" dirty="0">
                <a:latin typeface="Courier New" panose="02070309020205020404" pitchFamily="49" charset="0"/>
                <a:cs typeface="Courier New" panose="02070309020205020404" pitchFamily="49" charset="0"/>
              </a:rPr>
              <a:t>$ llama-cli \</a:t>
            </a:r>
          </a:p>
          <a:p>
            <a:pPr marL="0" indent="0">
              <a:buNone/>
            </a:pPr>
            <a:r>
              <a:rPr lang="en-US" sz="1400" dirty="0">
                <a:latin typeface="Courier New" panose="02070309020205020404" pitchFamily="49" charset="0"/>
                <a:cs typeface="Courier New" panose="02070309020205020404" pitchFamily="49" charset="0"/>
              </a:rPr>
              <a:t>    -hf </a:t>
            </a:r>
            <a:r>
              <a:rPr lang="en-US" sz="1400" dirty="0" err="1">
                <a:latin typeface="Courier New" panose="02070309020205020404" pitchFamily="49" charset="0"/>
                <a:cs typeface="Courier New" panose="02070309020205020404" pitchFamily="49" charset="0"/>
              </a:rPr>
              <a:t>unsloth</a:t>
            </a:r>
            <a:r>
              <a:rPr lang="en-US" sz="1400" dirty="0">
                <a:latin typeface="Courier New" panose="02070309020205020404" pitchFamily="49" charset="0"/>
                <a:cs typeface="Courier New" panose="02070309020205020404" pitchFamily="49" charset="0"/>
              </a:rPr>
              <a:t>/Qwen3-4B-Instruct-2507-GGUF:Q8_0</a:t>
            </a:r>
          </a:p>
          <a:p>
            <a:pPr marL="0" indent="0">
              <a:buNone/>
            </a:pPr>
            <a:endParaRPr lang="en-US" sz="2400" dirty="0"/>
          </a:p>
          <a:p>
            <a:pPr marL="0" indent="0">
              <a:buNone/>
            </a:pPr>
            <a:endParaRPr lang="en-US" sz="2400" dirty="0"/>
          </a:p>
        </p:txBody>
      </p:sp>
      <p:grpSp>
        <p:nvGrpSpPr>
          <p:cNvPr id="9" name="Group 8">
            <a:extLst>
              <a:ext uri="{FF2B5EF4-FFF2-40B4-BE49-F238E27FC236}">
                <a16:creationId xmlns:a16="http://schemas.microsoft.com/office/drawing/2014/main" id="{2E5C4F7A-ACDB-CC38-3B53-75FEAD0B831D}"/>
              </a:ext>
            </a:extLst>
          </p:cNvPr>
          <p:cNvGrpSpPr/>
          <p:nvPr/>
        </p:nvGrpSpPr>
        <p:grpSpPr>
          <a:xfrm>
            <a:off x="941260" y="1842516"/>
            <a:ext cx="600075" cy="393305"/>
            <a:chOff x="1069276" y="1842516"/>
            <a:chExt cx="600075" cy="393305"/>
          </a:xfrm>
        </p:grpSpPr>
        <p:sp>
          <p:nvSpPr>
            <p:cNvPr id="7" name="Right Brace 6">
              <a:extLst>
                <a:ext uri="{FF2B5EF4-FFF2-40B4-BE49-F238E27FC236}">
                  <a16:creationId xmlns:a16="http://schemas.microsoft.com/office/drawing/2014/main" id="{A80075CC-2764-8E5D-91B9-5B7D7CFB003F}"/>
                </a:ext>
              </a:extLst>
            </p:cNvPr>
            <p:cNvSpPr/>
            <p:nvPr/>
          </p:nvSpPr>
          <p:spPr>
            <a:xfrm rot="5400000">
              <a:off x="1257300" y="1687068"/>
              <a:ext cx="224028" cy="53492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78863B8D-6115-2F77-B385-93BC88BC797C}"/>
                </a:ext>
              </a:extLst>
            </p:cNvPr>
            <p:cNvSpPr txBox="1"/>
            <p:nvPr/>
          </p:nvSpPr>
          <p:spPr>
            <a:xfrm>
              <a:off x="1069276" y="2066544"/>
              <a:ext cx="600075" cy="169277"/>
            </a:xfrm>
            <a:prstGeom prst="rect">
              <a:avLst/>
            </a:prstGeom>
            <a:noFill/>
          </p:spPr>
          <p:txBody>
            <a:bodyPr wrap="square" lIns="0" tIns="0" rIns="0" bIns="0" rtlCol="0">
              <a:spAutoFit/>
            </a:bodyPr>
            <a:lstStyle/>
            <a:p>
              <a:pPr algn="ctr">
                <a:spcBef>
                  <a:spcPts val="1000"/>
                </a:spcBef>
              </a:pPr>
              <a:r>
                <a:rPr lang="en-US" sz="1100" dirty="0">
                  <a:latin typeface="Arial" panose="020B0604020202020204" pitchFamily="34" charset="0"/>
                  <a:cs typeface="Arial" panose="020B0604020202020204" pitchFamily="34" charset="0"/>
                </a:rPr>
                <a:t>Publisher</a:t>
              </a:r>
            </a:p>
          </p:txBody>
        </p:sp>
      </p:grpSp>
      <p:grpSp>
        <p:nvGrpSpPr>
          <p:cNvPr id="10" name="Group 9">
            <a:extLst>
              <a:ext uri="{FF2B5EF4-FFF2-40B4-BE49-F238E27FC236}">
                <a16:creationId xmlns:a16="http://schemas.microsoft.com/office/drawing/2014/main" id="{AD875139-42F7-442E-9AA5-8D5F309DFD0F}"/>
              </a:ext>
            </a:extLst>
          </p:cNvPr>
          <p:cNvGrpSpPr/>
          <p:nvPr/>
        </p:nvGrpSpPr>
        <p:grpSpPr>
          <a:xfrm>
            <a:off x="1706308" y="1842515"/>
            <a:ext cx="600075" cy="393305"/>
            <a:chOff x="1069276" y="1842516"/>
            <a:chExt cx="600075" cy="393305"/>
          </a:xfrm>
        </p:grpSpPr>
        <p:sp>
          <p:nvSpPr>
            <p:cNvPr id="11" name="Right Brace 10">
              <a:extLst>
                <a:ext uri="{FF2B5EF4-FFF2-40B4-BE49-F238E27FC236}">
                  <a16:creationId xmlns:a16="http://schemas.microsoft.com/office/drawing/2014/main" id="{37654447-56FF-C697-9DA9-FDF0FD9E8BFB}"/>
                </a:ext>
              </a:extLst>
            </p:cNvPr>
            <p:cNvSpPr/>
            <p:nvPr/>
          </p:nvSpPr>
          <p:spPr>
            <a:xfrm rot="5400000">
              <a:off x="1257300" y="1687068"/>
              <a:ext cx="224028" cy="53492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C79CA60F-D6B7-F01D-F872-8BB61365868B}"/>
                </a:ext>
              </a:extLst>
            </p:cNvPr>
            <p:cNvSpPr txBox="1"/>
            <p:nvPr/>
          </p:nvSpPr>
          <p:spPr>
            <a:xfrm>
              <a:off x="1069276" y="2066544"/>
              <a:ext cx="600075" cy="169277"/>
            </a:xfrm>
            <a:prstGeom prst="rect">
              <a:avLst/>
            </a:prstGeom>
            <a:noFill/>
          </p:spPr>
          <p:txBody>
            <a:bodyPr wrap="square" lIns="0" tIns="0" rIns="0" bIns="0" rtlCol="0">
              <a:spAutoFit/>
            </a:bodyPr>
            <a:lstStyle/>
            <a:p>
              <a:pPr algn="ctr">
                <a:spcBef>
                  <a:spcPts val="1000"/>
                </a:spcBef>
              </a:pPr>
              <a:r>
                <a:rPr lang="en-US" sz="1100" dirty="0">
                  <a:latin typeface="Arial" panose="020B0604020202020204" pitchFamily="34" charset="0"/>
                  <a:cs typeface="Arial" panose="020B0604020202020204" pitchFamily="34" charset="0"/>
                </a:rPr>
                <a:t>Model</a:t>
              </a:r>
            </a:p>
          </p:txBody>
        </p:sp>
      </p:grpSp>
      <p:grpSp>
        <p:nvGrpSpPr>
          <p:cNvPr id="13" name="Group 12">
            <a:extLst>
              <a:ext uri="{FF2B5EF4-FFF2-40B4-BE49-F238E27FC236}">
                <a16:creationId xmlns:a16="http://schemas.microsoft.com/office/drawing/2014/main" id="{4D8872F4-1723-52D2-EE48-408E0C6EBE7C}"/>
              </a:ext>
            </a:extLst>
          </p:cNvPr>
          <p:cNvGrpSpPr/>
          <p:nvPr/>
        </p:nvGrpSpPr>
        <p:grpSpPr>
          <a:xfrm>
            <a:off x="2263901" y="1828687"/>
            <a:ext cx="600076" cy="416165"/>
            <a:chOff x="955077" y="1842516"/>
            <a:chExt cx="1009857" cy="416165"/>
          </a:xfrm>
        </p:grpSpPr>
        <p:sp>
          <p:nvSpPr>
            <p:cNvPr id="14" name="Right Brace 13">
              <a:extLst>
                <a:ext uri="{FF2B5EF4-FFF2-40B4-BE49-F238E27FC236}">
                  <a16:creationId xmlns:a16="http://schemas.microsoft.com/office/drawing/2014/main" id="{3850864B-B91E-2991-6C95-C530076A9090}"/>
                </a:ext>
              </a:extLst>
            </p:cNvPr>
            <p:cNvSpPr/>
            <p:nvPr/>
          </p:nvSpPr>
          <p:spPr>
            <a:xfrm rot="5400000">
              <a:off x="1257300" y="1687068"/>
              <a:ext cx="224028" cy="53492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9F9CE74A-7E01-ED5E-3ED0-9E96EF14D672}"/>
                </a:ext>
              </a:extLst>
            </p:cNvPr>
            <p:cNvSpPr txBox="1"/>
            <p:nvPr/>
          </p:nvSpPr>
          <p:spPr>
            <a:xfrm>
              <a:off x="955077" y="2089404"/>
              <a:ext cx="1009857" cy="169277"/>
            </a:xfrm>
            <a:prstGeom prst="rect">
              <a:avLst/>
            </a:prstGeom>
            <a:noFill/>
          </p:spPr>
          <p:txBody>
            <a:bodyPr wrap="square" lIns="0" tIns="0" rIns="0" bIns="0" rtlCol="0">
              <a:spAutoFit/>
            </a:bodyPr>
            <a:lstStyle/>
            <a:p>
              <a:pPr algn="ctr">
                <a:spcBef>
                  <a:spcPts val="1000"/>
                </a:spcBef>
              </a:pPr>
              <a:r>
                <a:rPr lang="en-US" sz="1100" dirty="0">
                  <a:latin typeface="Arial" panose="020B0604020202020204" pitchFamily="34" charset="0"/>
                  <a:cs typeface="Arial" panose="020B0604020202020204" pitchFamily="34" charset="0"/>
                </a:rPr>
                <a:t>Params</a:t>
              </a:r>
            </a:p>
          </p:txBody>
        </p:sp>
      </p:grpSp>
      <p:grpSp>
        <p:nvGrpSpPr>
          <p:cNvPr id="16" name="Group 15">
            <a:extLst>
              <a:ext uri="{FF2B5EF4-FFF2-40B4-BE49-F238E27FC236}">
                <a16:creationId xmlns:a16="http://schemas.microsoft.com/office/drawing/2014/main" id="{38A89B90-0CE9-D689-668E-2898BB6BE73B}"/>
              </a:ext>
            </a:extLst>
          </p:cNvPr>
          <p:cNvGrpSpPr/>
          <p:nvPr/>
        </p:nvGrpSpPr>
        <p:grpSpPr>
          <a:xfrm>
            <a:off x="2766631" y="1842515"/>
            <a:ext cx="600075" cy="644878"/>
            <a:chOff x="1069276" y="1760220"/>
            <a:chExt cx="600075" cy="644878"/>
          </a:xfrm>
        </p:grpSpPr>
        <p:sp>
          <p:nvSpPr>
            <p:cNvPr id="17" name="Right Brace 16">
              <a:extLst>
                <a:ext uri="{FF2B5EF4-FFF2-40B4-BE49-F238E27FC236}">
                  <a16:creationId xmlns:a16="http://schemas.microsoft.com/office/drawing/2014/main" id="{D8B87AF1-C71B-992E-0C80-62EC343D8039}"/>
                </a:ext>
              </a:extLst>
            </p:cNvPr>
            <p:cNvSpPr/>
            <p:nvPr/>
          </p:nvSpPr>
          <p:spPr>
            <a:xfrm rot="5400000">
              <a:off x="1257300" y="1604772"/>
              <a:ext cx="224028" cy="53492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943A3EE8-E1BD-D1D1-E2EF-AB14FD5E71D3}"/>
                </a:ext>
              </a:extLst>
            </p:cNvPr>
            <p:cNvSpPr txBox="1"/>
            <p:nvPr/>
          </p:nvSpPr>
          <p:spPr>
            <a:xfrm>
              <a:off x="1069276" y="2066544"/>
              <a:ext cx="600075" cy="338554"/>
            </a:xfrm>
            <a:prstGeom prst="rect">
              <a:avLst/>
            </a:prstGeom>
            <a:noFill/>
          </p:spPr>
          <p:txBody>
            <a:bodyPr wrap="square" lIns="0" tIns="0" rIns="0" bIns="0" rtlCol="0">
              <a:spAutoFit/>
            </a:bodyPr>
            <a:lstStyle/>
            <a:p>
              <a:pPr algn="ctr">
                <a:spcBef>
                  <a:spcPts val="1000"/>
                </a:spcBef>
              </a:pPr>
              <a:r>
                <a:rPr lang="en-US" sz="1100" dirty="0">
                  <a:latin typeface="Arial" panose="020B0604020202020204" pitchFamily="34" charset="0"/>
                  <a:cs typeface="Arial" panose="020B0604020202020204" pitchFamily="34" charset="0"/>
                </a:rPr>
                <a:t>Model</a:t>
              </a:r>
              <a:br>
                <a:rPr lang="en-US" sz="1100" dirty="0">
                  <a:latin typeface="Arial" panose="020B0604020202020204" pitchFamily="34" charset="0"/>
                  <a:cs typeface="Arial" panose="020B0604020202020204" pitchFamily="34" charset="0"/>
                </a:rPr>
              </a:br>
              <a:r>
                <a:rPr lang="en-US" sz="1100" dirty="0">
                  <a:latin typeface="Arial" panose="020B0604020202020204" pitchFamily="34" charset="0"/>
                  <a:cs typeface="Arial" panose="020B0604020202020204" pitchFamily="34" charset="0"/>
                </a:rPr>
                <a:t>Type</a:t>
              </a:r>
            </a:p>
          </p:txBody>
        </p:sp>
      </p:grpSp>
      <p:grpSp>
        <p:nvGrpSpPr>
          <p:cNvPr id="19" name="Group 18">
            <a:extLst>
              <a:ext uri="{FF2B5EF4-FFF2-40B4-BE49-F238E27FC236}">
                <a16:creationId xmlns:a16="http://schemas.microsoft.com/office/drawing/2014/main" id="{3AD42E50-B80F-992E-F0A8-FD4EF65C972A}"/>
              </a:ext>
            </a:extLst>
          </p:cNvPr>
          <p:cNvGrpSpPr/>
          <p:nvPr/>
        </p:nvGrpSpPr>
        <p:grpSpPr>
          <a:xfrm>
            <a:off x="3530639" y="1878922"/>
            <a:ext cx="600075" cy="393305"/>
            <a:chOff x="1029747" y="1842516"/>
            <a:chExt cx="600075" cy="393305"/>
          </a:xfrm>
        </p:grpSpPr>
        <p:sp>
          <p:nvSpPr>
            <p:cNvPr id="20" name="Right Brace 19">
              <a:extLst>
                <a:ext uri="{FF2B5EF4-FFF2-40B4-BE49-F238E27FC236}">
                  <a16:creationId xmlns:a16="http://schemas.microsoft.com/office/drawing/2014/main" id="{22142503-4CA7-603F-E2B1-5270792B5DB0}"/>
                </a:ext>
              </a:extLst>
            </p:cNvPr>
            <p:cNvSpPr/>
            <p:nvPr/>
          </p:nvSpPr>
          <p:spPr>
            <a:xfrm rot="5400000">
              <a:off x="1217771" y="1726597"/>
              <a:ext cx="224028" cy="45586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E655A41B-70B7-16DB-8C69-7A09FC9457EF}"/>
                </a:ext>
              </a:extLst>
            </p:cNvPr>
            <p:cNvSpPr txBox="1"/>
            <p:nvPr/>
          </p:nvSpPr>
          <p:spPr>
            <a:xfrm>
              <a:off x="1029747" y="2066544"/>
              <a:ext cx="600075" cy="169277"/>
            </a:xfrm>
            <a:prstGeom prst="rect">
              <a:avLst/>
            </a:prstGeom>
            <a:noFill/>
          </p:spPr>
          <p:txBody>
            <a:bodyPr wrap="square" lIns="0" tIns="0" rIns="0" bIns="0" rtlCol="0">
              <a:spAutoFit/>
            </a:bodyPr>
            <a:lstStyle/>
            <a:p>
              <a:pPr algn="ctr">
                <a:spcBef>
                  <a:spcPts val="1000"/>
                </a:spcBef>
              </a:pPr>
              <a:r>
                <a:rPr lang="en-US" sz="1100" dirty="0">
                  <a:latin typeface="Arial" panose="020B0604020202020204" pitchFamily="34" charset="0"/>
                  <a:cs typeface="Arial" panose="020B0604020202020204" pitchFamily="34" charset="0"/>
                </a:rPr>
                <a:t>Date</a:t>
              </a:r>
            </a:p>
          </p:txBody>
        </p:sp>
      </p:grpSp>
      <p:grpSp>
        <p:nvGrpSpPr>
          <p:cNvPr id="22" name="Group 21">
            <a:extLst>
              <a:ext uri="{FF2B5EF4-FFF2-40B4-BE49-F238E27FC236}">
                <a16:creationId xmlns:a16="http://schemas.microsoft.com/office/drawing/2014/main" id="{19601431-74D0-7554-3DE7-5C9454CBBA87}"/>
              </a:ext>
            </a:extLst>
          </p:cNvPr>
          <p:cNvGrpSpPr/>
          <p:nvPr/>
        </p:nvGrpSpPr>
        <p:grpSpPr>
          <a:xfrm>
            <a:off x="4094519" y="1875874"/>
            <a:ext cx="600075" cy="393305"/>
            <a:chOff x="1029747" y="1842516"/>
            <a:chExt cx="600075" cy="393305"/>
          </a:xfrm>
        </p:grpSpPr>
        <p:sp>
          <p:nvSpPr>
            <p:cNvPr id="23" name="Right Brace 22">
              <a:extLst>
                <a:ext uri="{FF2B5EF4-FFF2-40B4-BE49-F238E27FC236}">
                  <a16:creationId xmlns:a16="http://schemas.microsoft.com/office/drawing/2014/main" id="{2C032F72-A579-1073-4888-3629151D32A8}"/>
                </a:ext>
              </a:extLst>
            </p:cNvPr>
            <p:cNvSpPr/>
            <p:nvPr/>
          </p:nvSpPr>
          <p:spPr>
            <a:xfrm rot="5400000">
              <a:off x="1217771" y="1726597"/>
              <a:ext cx="224028" cy="45586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4" name="TextBox 23">
              <a:extLst>
                <a:ext uri="{FF2B5EF4-FFF2-40B4-BE49-F238E27FC236}">
                  <a16:creationId xmlns:a16="http://schemas.microsoft.com/office/drawing/2014/main" id="{60CB34BA-A245-9D63-7FE0-5882189ED974}"/>
                </a:ext>
              </a:extLst>
            </p:cNvPr>
            <p:cNvSpPr txBox="1"/>
            <p:nvPr/>
          </p:nvSpPr>
          <p:spPr>
            <a:xfrm>
              <a:off x="1029747" y="2066544"/>
              <a:ext cx="600075" cy="169277"/>
            </a:xfrm>
            <a:prstGeom prst="rect">
              <a:avLst/>
            </a:prstGeom>
            <a:noFill/>
          </p:spPr>
          <p:txBody>
            <a:bodyPr wrap="square" lIns="0" tIns="0" rIns="0" bIns="0" rtlCol="0">
              <a:spAutoFit/>
            </a:bodyPr>
            <a:lstStyle/>
            <a:p>
              <a:pPr algn="ctr">
                <a:spcBef>
                  <a:spcPts val="1000"/>
                </a:spcBef>
              </a:pPr>
              <a:r>
                <a:rPr lang="en-US" sz="1100" dirty="0">
                  <a:latin typeface="Arial" panose="020B0604020202020204" pitchFamily="34" charset="0"/>
                  <a:cs typeface="Arial" panose="020B0604020202020204" pitchFamily="34" charset="0"/>
                </a:rPr>
                <a:t>Format</a:t>
              </a:r>
            </a:p>
          </p:txBody>
        </p:sp>
      </p:grpSp>
      <p:grpSp>
        <p:nvGrpSpPr>
          <p:cNvPr id="28" name="Group 27">
            <a:extLst>
              <a:ext uri="{FF2B5EF4-FFF2-40B4-BE49-F238E27FC236}">
                <a16:creationId xmlns:a16="http://schemas.microsoft.com/office/drawing/2014/main" id="{C42B4E1B-3022-6A9E-84F7-A1346286E5D1}"/>
              </a:ext>
            </a:extLst>
          </p:cNvPr>
          <p:cNvGrpSpPr/>
          <p:nvPr/>
        </p:nvGrpSpPr>
        <p:grpSpPr>
          <a:xfrm>
            <a:off x="4453128" y="1875874"/>
            <a:ext cx="845967" cy="574942"/>
            <a:chOff x="856202" y="1760220"/>
            <a:chExt cx="845967" cy="574942"/>
          </a:xfrm>
        </p:grpSpPr>
        <p:sp>
          <p:nvSpPr>
            <p:cNvPr id="29" name="Right Brace 28">
              <a:extLst>
                <a:ext uri="{FF2B5EF4-FFF2-40B4-BE49-F238E27FC236}">
                  <a16:creationId xmlns:a16="http://schemas.microsoft.com/office/drawing/2014/main" id="{1105ED5F-054E-3521-795C-F703A32A7DB3}"/>
                </a:ext>
              </a:extLst>
            </p:cNvPr>
            <p:cNvSpPr/>
            <p:nvPr/>
          </p:nvSpPr>
          <p:spPr>
            <a:xfrm rot="5400000">
              <a:off x="1217771" y="1644301"/>
              <a:ext cx="224028" cy="45586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0" name="TextBox 29">
              <a:extLst>
                <a:ext uri="{FF2B5EF4-FFF2-40B4-BE49-F238E27FC236}">
                  <a16:creationId xmlns:a16="http://schemas.microsoft.com/office/drawing/2014/main" id="{C7AFB761-B780-4546-F457-4AB7968191A1}"/>
                </a:ext>
              </a:extLst>
            </p:cNvPr>
            <p:cNvSpPr txBox="1"/>
            <p:nvPr/>
          </p:nvSpPr>
          <p:spPr>
            <a:xfrm>
              <a:off x="856202" y="2165885"/>
              <a:ext cx="845967" cy="169277"/>
            </a:xfrm>
            <a:prstGeom prst="rect">
              <a:avLst/>
            </a:prstGeom>
            <a:noFill/>
          </p:spPr>
          <p:txBody>
            <a:bodyPr wrap="square" lIns="0" tIns="0" rIns="0" bIns="0" rtlCol="0">
              <a:spAutoFit/>
            </a:bodyPr>
            <a:lstStyle/>
            <a:p>
              <a:pPr algn="ctr">
                <a:spcBef>
                  <a:spcPts val="1000"/>
                </a:spcBef>
              </a:pPr>
              <a:r>
                <a:rPr lang="en-US" sz="1100" dirty="0">
                  <a:latin typeface="Arial" panose="020B0604020202020204" pitchFamily="34" charset="0"/>
                  <a:cs typeface="Arial" panose="020B0604020202020204" pitchFamily="34" charset="0"/>
                </a:rPr>
                <a:t>Quantization</a:t>
              </a:r>
            </a:p>
          </p:txBody>
        </p:sp>
      </p:grpSp>
    </p:spTree>
    <p:extLst>
      <p:ext uri="{BB962C8B-B14F-4D97-AF65-F5344CB8AC3E}">
        <p14:creationId xmlns:p14="http://schemas.microsoft.com/office/powerpoint/2010/main" val="4095813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ppt_w</p:attrName>
                                        </p:attrNameLst>
                                      </p:cBhvr>
                                      <p:tavLst>
                                        <p:tav tm="0">
                                          <p:val>
                                            <p:fltVal val="0"/>
                                          </p:val>
                                        </p:tav>
                                        <p:tav tm="100000">
                                          <p:val>
                                            <p:strVal val="#ppt_w"/>
                                          </p:val>
                                        </p:tav>
                                      </p:tavLst>
                                    </p:anim>
                                    <p:anim calcmode="lin" valueType="num">
                                      <p:cBhvr>
                                        <p:cTn id="14" dur="500" fill="hold"/>
                                        <p:tgtEl>
                                          <p:spTgt spid="9"/>
                                        </p:tgtEl>
                                        <p:attrNameLst>
                                          <p:attrName>ppt_h</p:attrName>
                                        </p:attrNameLst>
                                      </p:cBhvr>
                                      <p:tavLst>
                                        <p:tav tm="0">
                                          <p:val>
                                            <p:fltVal val="0"/>
                                          </p:val>
                                        </p:tav>
                                        <p:tav tm="100000">
                                          <p:val>
                                            <p:strVal val="#ppt_h"/>
                                          </p:val>
                                        </p:tav>
                                      </p:tavLst>
                                    </p:anim>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p:cTn id="20" dur="500" fill="hold"/>
                                        <p:tgtEl>
                                          <p:spTgt spid="10"/>
                                        </p:tgtEl>
                                        <p:attrNameLst>
                                          <p:attrName>ppt_w</p:attrName>
                                        </p:attrNameLst>
                                      </p:cBhvr>
                                      <p:tavLst>
                                        <p:tav tm="0">
                                          <p:val>
                                            <p:fltVal val="0"/>
                                          </p:val>
                                        </p:tav>
                                        <p:tav tm="100000">
                                          <p:val>
                                            <p:strVal val="#ppt_w"/>
                                          </p:val>
                                        </p:tav>
                                      </p:tavLst>
                                    </p:anim>
                                    <p:anim calcmode="lin" valueType="num">
                                      <p:cBhvr>
                                        <p:cTn id="21" dur="500" fill="hold"/>
                                        <p:tgtEl>
                                          <p:spTgt spid="10"/>
                                        </p:tgtEl>
                                        <p:attrNameLst>
                                          <p:attrName>ppt_h</p:attrName>
                                        </p:attrNameLst>
                                      </p:cBhvr>
                                      <p:tavLst>
                                        <p:tav tm="0">
                                          <p:val>
                                            <p:fltVal val="0"/>
                                          </p:val>
                                        </p:tav>
                                        <p:tav tm="100000">
                                          <p:val>
                                            <p:strVal val="#ppt_h"/>
                                          </p:val>
                                        </p:tav>
                                      </p:tavLst>
                                    </p:anim>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p:cTn id="27" dur="500" fill="hold"/>
                                        <p:tgtEl>
                                          <p:spTgt spid="13"/>
                                        </p:tgtEl>
                                        <p:attrNameLst>
                                          <p:attrName>ppt_w</p:attrName>
                                        </p:attrNameLst>
                                      </p:cBhvr>
                                      <p:tavLst>
                                        <p:tav tm="0">
                                          <p:val>
                                            <p:fltVal val="0"/>
                                          </p:val>
                                        </p:tav>
                                        <p:tav tm="100000">
                                          <p:val>
                                            <p:strVal val="#ppt_w"/>
                                          </p:val>
                                        </p:tav>
                                      </p:tavLst>
                                    </p:anim>
                                    <p:anim calcmode="lin" valueType="num">
                                      <p:cBhvr>
                                        <p:cTn id="28" dur="500" fill="hold"/>
                                        <p:tgtEl>
                                          <p:spTgt spid="13"/>
                                        </p:tgtEl>
                                        <p:attrNameLst>
                                          <p:attrName>ppt_h</p:attrName>
                                        </p:attrNameLst>
                                      </p:cBhvr>
                                      <p:tavLst>
                                        <p:tav tm="0">
                                          <p:val>
                                            <p:fltVal val="0"/>
                                          </p:val>
                                        </p:tav>
                                        <p:tav tm="100000">
                                          <p:val>
                                            <p:strVal val="#ppt_h"/>
                                          </p:val>
                                        </p:tav>
                                      </p:tavLst>
                                    </p:anim>
                                    <p:animEffect transition="in" filter="fade">
                                      <p:cBhvr>
                                        <p:cTn id="29" dur="5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 calcmode="lin" valueType="num">
                                      <p:cBhvr>
                                        <p:cTn id="34" dur="500" fill="hold"/>
                                        <p:tgtEl>
                                          <p:spTgt spid="16"/>
                                        </p:tgtEl>
                                        <p:attrNameLst>
                                          <p:attrName>ppt_w</p:attrName>
                                        </p:attrNameLst>
                                      </p:cBhvr>
                                      <p:tavLst>
                                        <p:tav tm="0">
                                          <p:val>
                                            <p:fltVal val="0"/>
                                          </p:val>
                                        </p:tav>
                                        <p:tav tm="100000">
                                          <p:val>
                                            <p:strVal val="#ppt_w"/>
                                          </p:val>
                                        </p:tav>
                                      </p:tavLst>
                                    </p:anim>
                                    <p:anim calcmode="lin" valueType="num">
                                      <p:cBhvr>
                                        <p:cTn id="35" dur="500" fill="hold"/>
                                        <p:tgtEl>
                                          <p:spTgt spid="16"/>
                                        </p:tgtEl>
                                        <p:attrNameLst>
                                          <p:attrName>ppt_h</p:attrName>
                                        </p:attrNameLst>
                                      </p:cBhvr>
                                      <p:tavLst>
                                        <p:tav tm="0">
                                          <p:val>
                                            <p:fltVal val="0"/>
                                          </p:val>
                                        </p:tav>
                                        <p:tav tm="100000">
                                          <p:val>
                                            <p:strVal val="#ppt_h"/>
                                          </p:val>
                                        </p:tav>
                                      </p:tavLst>
                                    </p:anim>
                                    <p:animEffect transition="in" filter="fade">
                                      <p:cBhvr>
                                        <p:cTn id="36" dur="5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anim calcmode="lin" valueType="num">
                                      <p:cBhvr>
                                        <p:cTn id="41" dur="500" fill="hold"/>
                                        <p:tgtEl>
                                          <p:spTgt spid="19"/>
                                        </p:tgtEl>
                                        <p:attrNameLst>
                                          <p:attrName>ppt_w</p:attrName>
                                        </p:attrNameLst>
                                      </p:cBhvr>
                                      <p:tavLst>
                                        <p:tav tm="0">
                                          <p:val>
                                            <p:fltVal val="0"/>
                                          </p:val>
                                        </p:tav>
                                        <p:tav tm="100000">
                                          <p:val>
                                            <p:strVal val="#ppt_w"/>
                                          </p:val>
                                        </p:tav>
                                      </p:tavLst>
                                    </p:anim>
                                    <p:anim calcmode="lin" valueType="num">
                                      <p:cBhvr>
                                        <p:cTn id="42" dur="500" fill="hold"/>
                                        <p:tgtEl>
                                          <p:spTgt spid="19"/>
                                        </p:tgtEl>
                                        <p:attrNameLst>
                                          <p:attrName>ppt_h</p:attrName>
                                        </p:attrNameLst>
                                      </p:cBhvr>
                                      <p:tavLst>
                                        <p:tav tm="0">
                                          <p:val>
                                            <p:fltVal val="0"/>
                                          </p:val>
                                        </p:tav>
                                        <p:tav tm="100000">
                                          <p:val>
                                            <p:strVal val="#ppt_h"/>
                                          </p:val>
                                        </p:tav>
                                      </p:tavLst>
                                    </p:anim>
                                    <p:animEffect transition="in" filter="fade">
                                      <p:cBhvr>
                                        <p:cTn id="43" dur="500"/>
                                        <p:tgtEl>
                                          <p:spTgt spid="19"/>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nodeType="clickEffect">
                                  <p:stCondLst>
                                    <p:cond delay="0"/>
                                  </p:stCondLst>
                                  <p:childTnLst>
                                    <p:set>
                                      <p:cBhvr>
                                        <p:cTn id="47" dur="1" fill="hold">
                                          <p:stCondLst>
                                            <p:cond delay="0"/>
                                          </p:stCondLst>
                                        </p:cTn>
                                        <p:tgtEl>
                                          <p:spTgt spid="22"/>
                                        </p:tgtEl>
                                        <p:attrNameLst>
                                          <p:attrName>style.visibility</p:attrName>
                                        </p:attrNameLst>
                                      </p:cBhvr>
                                      <p:to>
                                        <p:strVal val="visible"/>
                                      </p:to>
                                    </p:set>
                                    <p:anim calcmode="lin" valueType="num">
                                      <p:cBhvr>
                                        <p:cTn id="48" dur="500" fill="hold"/>
                                        <p:tgtEl>
                                          <p:spTgt spid="22"/>
                                        </p:tgtEl>
                                        <p:attrNameLst>
                                          <p:attrName>ppt_w</p:attrName>
                                        </p:attrNameLst>
                                      </p:cBhvr>
                                      <p:tavLst>
                                        <p:tav tm="0">
                                          <p:val>
                                            <p:fltVal val="0"/>
                                          </p:val>
                                        </p:tav>
                                        <p:tav tm="100000">
                                          <p:val>
                                            <p:strVal val="#ppt_w"/>
                                          </p:val>
                                        </p:tav>
                                      </p:tavLst>
                                    </p:anim>
                                    <p:anim calcmode="lin" valueType="num">
                                      <p:cBhvr>
                                        <p:cTn id="49" dur="500" fill="hold"/>
                                        <p:tgtEl>
                                          <p:spTgt spid="22"/>
                                        </p:tgtEl>
                                        <p:attrNameLst>
                                          <p:attrName>ppt_h</p:attrName>
                                        </p:attrNameLst>
                                      </p:cBhvr>
                                      <p:tavLst>
                                        <p:tav tm="0">
                                          <p:val>
                                            <p:fltVal val="0"/>
                                          </p:val>
                                        </p:tav>
                                        <p:tav tm="100000">
                                          <p:val>
                                            <p:strVal val="#ppt_h"/>
                                          </p:val>
                                        </p:tav>
                                      </p:tavLst>
                                    </p:anim>
                                    <p:animEffect transition="in" filter="fade">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nodeType="clickEffect">
                                  <p:stCondLst>
                                    <p:cond delay="0"/>
                                  </p:stCondLst>
                                  <p:childTnLst>
                                    <p:set>
                                      <p:cBhvr>
                                        <p:cTn id="54" dur="1" fill="hold">
                                          <p:stCondLst>
                                            <p:cond delay="0"/>
                                          </p:stCondLst>
                                        </p:cTn>
                                        <p:tgtEl>
                                          <p:spTgt spid="28"/>
                                        </p:tgtEl>
                                        <p:attrNameLst>
                                          <p:attrName>style.visibility</p:attrName>
                                        </p:attrNameLst>
                                      </p:cBhvr>
                                      <p:to>
                                        <p:strVal val="visible"/>
                                      </p:to>
                                    </p:set>
                                    <p:anim calcmode="lin" valueType="num">
                                      <p:cBhvr>
                                        <p:cTn id="55" dur="500" fill="hold"/>
                                        <p:tgtEl>
                                          <p:spTgt spid="28"/>
                                        </p:tgtEl>
                                        <p:attrNameLst>
                                          <p:attrName>ppt_w</p:attrName>
                                        </p:attrNameLst>
                                      </p:cBhvr>
                                      <p:tavLst>
                                        <p:tav tm="0">
                                          <p:val>
                                            <p:fltVal val="0"/>
                                          </p:val>
                                        </p:tav>
                                        <p:tav tm="100000">
                                          <p:val>
                                            <p:strVal val="#ppt_w"/>
                                          </p:val>
                                        </p:tav>
                                      </p:tavLst>
                                    </p:anim>
                                    <p:anim calcmode="lin" valueType="num">
                                      <p:cBhvr>
                                        <p:cTn id="56" dur="500" fill="hold"/>
                                        <p:tgtEl>
                                          <p:spTgt spid="28"/>
                                        </p:tgtEl>
                                        <p:attrNameLst>
                                          <p:attrName>ppt_h</p:attrName>
                                        </p:attrNameLst>
                                      </p:cBhvr>
                                      <p:tavLst>
                                        <p:tav tm="0">
                                          <p:val>
                                            <p:fltVal val="0"/>
                                          </p:val>
                                        </p:tav>
                                        <p:tav tm="100000">
                                          <p:val>
                                            <p:strVal val="#ppt_h"/>
                                          </p:val>
                                        </p:tav>
                                      </p:tavLst>
                                    </p:anim>
                                    <p:animEffect transition="in" filter="fade">
                                      <p:cBhvr>
                                        <p:cTn id="57" dur="500"/>
                                        <p:tgtEl>
                                          <p:spTgt spid="28"/>
                                        </p:tgtEl>
                                      </p:cBhvr>
                                    </p:animEffect>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fade">
                                      <p:cBhvr>
                                        <p:cTn id="62" dur="1000"/>
                                        <p:tgtEl>
                                          <p:spTgt spid="6"/>
                                        </p:tgtEl>
                                      </p:cBhvr>
                                    </p:animEffect>
                                    <p:anim calcmode="lin" valueType="num">
                                      <p:cBhvr>
                                        <p:cTn id="63" dur="1000" fill="hold"/>
                                        <p:tgtEl>
                                          <p:spTgt spid="6"/>
                                        </p:tgtEl>
                                        <p:attrNameLst>
                                          <p:attrName>ppt_x</p:attrName>
                                        </p:attrNameLst>
                                      </p:cBhvr>
                                      <p:tavLst>
                                        <p:tav tm="0">
                                          <p:val>
                                            <p:strVal val="#ppt_x"/>
                                          </p:val>
                                        </p:tav>
                                        <p:tav tm="100000">
                                          <p:val>
                                            <p:strVal val="#ppt_x"/>
                                          </p:val>
                                        </p:tav>
                                      </p:tavLst>
                                    </p:anim>
                                    <p:anim calcmode="lin" valueType="num">
                                      <p:cBhvr>
                                        <p:cTn id="6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5F435-3222-D3FF-693D-40695D279A9B}"/>
              </a:ext>
            </a:extLst>
          </p:cNvPr>
          <p:cNvSpPr>
            <a:spLocks noGrp="1"/>
          </p:cNvSpPr>
          <p:nvPr>
            <p:ph type="title"/>
          </p:nvPr>
        </p:nvSpPr>
        <p:spPr/>
        <p:txBody>
          <a:bodyPr/>
          <a:lstStyle/>
          <a:p>
            <a:r>
              <a:rPr lang="en-US" dirty="0"/>
              <a:t>Model Nomenclature</a:t>
            </a:r>
          </a:p>
        </p:txBody>
      </p:sp>
      <p:sp>
        <p:nvSpPr>
          <p:cNvPr id="3" name="Content Placeholder 2">
            <a:extLst>
              <a:ext uri="{FF2B5EF4-FFF2-40B4-BE49-F238E27FC236}">
                <a16:creationId xmlns:a16="http://schemas.microsoft.com/office/drawing/2014/main" id="{E9624DA0-E46E-EDF2-B9EF-1D9E16492D4D}"/>
              </a:ext>
            </a:extLst>
          </p:cNvPr>
          <p:cNvSpPr>
            <a:spLocks noGrp="1"/>
          </p:cNvSpPr>
          <p:nvPr>
            <p:ph sz="half" idx="1"/>
          </p:nvPr>
        </p:nvSpPr>
        <p:spPr/>
        <p:txBody>
          <a:bodyPr/>
          <a:lstStyle/>
          <a:p>
            <a:r>
              <a:rPr lang="en-US" b="1" dirty="0"/>
              <a:t>Model Type</a:t>
            </a:r>
          </a:p>
          <a:p>
            <a:pPr lvl="1"/>
            <a:r>
              <a:rPr lang="en-US" i="1" dirty="0"/>
              <a:t>Instruct</a:t>
            </a:r>
          </a:p>
          <a:p>
            <a:pPr lvl="2"/>
            <a:r>
              <a:rPr lang="en-US" dirty="0"/>
              <a:t>No thinking step, only output tokens</a:t>
            </a:r>
          </a:p>
          <a:p>
            <a:pPr lvl="1"/>
            <a:r>
              <a:rPr lang="en-US" i="1" dirty="0"/>
              <a:t>Reasoning</a:t>
            </a:r>
          </a:p>
          <a:p>
            <a:pPr lvl="2"/>
            <a:r>
              <a:rPr lang="en-US" dirty="0"/>
              <a:t>Models trained using a Chain of Thought technique*</a:t>
            </a:r>
          </a:p>
          <a:p>
            <a:pPr lvl="2"/>
            <a:r>
              <a:rPr lang="en-US" dirty="0"/>
              <a:t>The “thinking” text becomes part of the context used to generate output</a:t>
            </a:r>
          </a:p>
          <a:p>
            <a:pPr lvl="2"/>
            <a:r>
              <a:rPr lang="en-US" dirty="0"/>
              <a:t>Kind of like machine generated RAG</a:t>
            </a:r>
          </a:p>
          <a:p>
            <a:pPr lvl="1"/>
            <a:r>
              <a:rPr lang="en-US" i="1" dirty="0"/>
              <a:t>MOE</a:t>
            </a:r>
          </a:p>
          <a:p>
            <a:pPr lvl="2"/>
            <a:r>
              <a:rPr lang="en-US" dirty="0"/>
              <a:t>Mixture of Experts</a:t>
            </a:r>
          </a:p>
        </p:txBody>
      </p:sp>
      <p:sp>
        <p:nvSpPr>
          <p:cNvPr id="4" name="Content Placeholder 3">
            <a:extLst>
              <a:ext uri="{FF2B5EF4-FFF2-40B4-BE49-F238E27FC236}">
                <a16:creationId xmlns:a16="http://schemas.microsoft.com/office/drawing/2014/main" id="{9CECAE88-CA1E-5DA2-F486-450670556388}"/>
              </a:ext>
            </a:extLst>
          </p:cNvPr>
          <p:cNvSpPr>
            <a:spLocks noGrp="1"/>
          </p:cNvSpPr>
          <p:nvPr>
            <p:ph sz="half" idx="2"/>
          </p:nvPr>
        </p:nvSpPr>
        <p:spPr/>
        <p:txBody>
          <a:bodyPr/>
          <a:lstStyle/>
          <a:p>
            <a:r>
              <a:rPr lang="en-US" b="1" dirty="0"/>
              <a:t>Quantization</a:t>
            </a:r>
          </a:p>
          <a:p>
            <a:pPr lvl="1"/>
            <a:r>
              <a:rPr lang="en-US" dirty="0"/>
              <a:t>Weights: floating point numbers</a:t>
            </a:r>
          </a:p>
          <a:p>
            <a:pPr lvl="1"/>
            <a:r>
              <a:rPr lang="en-US" dirty="0"/>
              <a:t>Quantize: reduce the precision</a:t>
            </a:r>
          </a:p>
          <a:p>
            <a:r>
              <a:rPr lang="en-US" b="1" dirty="0"/>
              <a:t>Q4_K_XL</a:t>
            </a:r>
          </a:p>
          <a:p>
            <a:pPr lvl="1"/>
            <a:r>
              <a:rPr lang="en-US" dirty="0"/>
              <a:t>Q4 – target precision of 4 bits</a:t>
            </a:r>
          </a:p>
          <a:p>
            <a:pPr lvl="1"/>
            <a:r>
              <a:rPr lang="en-US" dirty="0"/>
              <a:t>K – Use “K-Quant” clustering which makes some weights less than 4 bits, others more than 4 bits</a:t>
            </a:r>
          </a:p>
          <a:p>
            <a:pPr lvl="1"/>
            <a:r>
              <a:rPr lang="en-US" dirty="0"/>
              <a:t>XL – Modifier of the K-Quant clustering</a:t>
            </a:r>
          </a:p>
          <a:p>
            <a:r>
              <a:rPr lang="en-US" b="1" dirty="0"/>
              <a:t>NVFP</a:t>
            </a:r>
          </a:p>
          <a:p>
            <a:pPr lvl="1"/>
            <a:r>
              <a:rPr lang="en-US" dirty="0"/>
              <a:t>Highly efficient Quantization technique for high-end Blackwell Nvidia hardware</a:t>
            </a:r>
          </a:p>
        </p:txBody>
      </p:sp>
    </p:spTree>
    <p:extLst>
      <p:ext uri="{BB962C8B-B14F-4D97-AF65-F5344CB8AC3E}">
        <p14:creationId xmlns:p14="http://schemas.microsoft.com/office/powerpoint/2010/main" val="4056947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32D9C-0531-E42D-DCF5-FC61C74A2A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157604-5D41-9349-EB9F-BF55E3E3FF6B}"/>
              </a:ext>
            </a:extLst>
          </p:cNvPr>
          <p:cNvSpPr>
            <a:spLocks noGrp="1"/>
          </p:cNvSpPr>
          <p:nvPr>
            <p:ph type="title"/>
          </p:nvPr>
        </p:nvSpPr>
        <p:spPr/>
        <p:txBody>
          <a:bodyPr/>
          <a:lstStyle/>
          <a:p>
            <a:r>
              <a:rPr lang="en-US" dirty="0"/>
              <a:t>Model Nomenclature</a:t>
            </a:r>
          </a:p>
        </p:txBody>
      </p:sp>
      <p:sp>
        <p:nvSpPr>
          <p:cNvPr id="3" name="Content Placeholder 2">
            <a:extLst>
              <a:ext uri="{FF2B5EF4-FFF2-40B4-BE49-F238E27FC236}">
                <a16:creationId xmlns:a16="http://schemas.microsoft.com/office/drawing/2014/main" id="{6E161595-4505-CB3B-62F0-0BB56DA289EA}"/>
              </a:ext>
            </a:extLst>
          </p:cNvPr>
          <p:cNvSpPr>
            <a:spLocks noGrp="1"/>
          </p:cNvSpPr>
          <p:nvPr>
            <p:ph sz="half" idx="1"/>
          </p:nvPr>
        </p:nvSpPr>
        <p:spPr/>
        <p:txBody>
          <a:bodyPr/>
          <a:lstStyle/>
          <a:p>
            <a:r>
              <a:rPr lang="en-US" b="1" dirty="0"/>
              <a:t>Token</a:t>
            </a:r>
          </a:p>
          <a:p>
            <a:pPr lvl="1"/>
            <a:r>
              <a:rPr lang="en-US" dirty="0"/>
              <a:t>Not necessarily words!</a:t>
            </a:r>
          </a:p>
          <a:p>
            <a:pPr lvl="1"/>
            <a:r>
              <a:rPr lang="en-US" dirty="0"/>
              <a:t>Specific to a model</a:t>
            </a:r>
          </a:p>
          <a:p>
            <a:pPr lvl="2"/>
            <a:r>
              <a:rPr lang="en-US" dirty="0"/>
              <a:t>Stored in a vocabulary as an encoded value</a:t>
            </a:r>
          </a:p>
          <a:p>
            <a:r>
              <a:rPr lang="en-US" b="1" dirty="0"/>
              <a:t>Embedding</a:t>
            </a:r>
          </a:p>
          <a:p>
            <a:pPr lvl="1"/>
            <a:r>
              <a:rPr lang="en-US" dirty="0"/>
              <a:t>A learned mapping for a token</a:t>
            </a:r>
          </a:p>
          <a:p>
            <a:pPr lvl="1"/>
            <a:r>
              <a:rPr lang="en-US" dirty="0"/>
              <a:t>A vector residing in high dimensional embedding space</a:t>
            </a:r>
          </a:p>
          <a:p>
            <a:r>
              <a:rPr lang="en-US" b="1" dirty="0"/>
              <a:t>Temperature</a:t>
            </a:r>
          </a:p>
          <a:p>
            <a:pPr lvl="1"/>
            <a:r>
              <a:rPr lang="en-US" dirty="0"/>
              <a:t>How predictable token choice will be</a:t>
            </a:r>
          </a:p>
        </p:txBody>
      </p:sp>
      <p:sp>
        <p:nvSpPr>
          <p:cNvPr id="4" name="Content Placeholder 3">
            <a:extLst>
              <a:ext uri="{FF2B5EF4-FFF2-40B4-BE49-F238E27FC236}">
                <a16:creationId xmlns:a16="http://schemas.microsoft.com/office/drawing/2014/main" id="{C3BC3CD4-8F42-583D-6A90-D89219C9A924}"/>
              </a:ext>
            </a:extLst>
          </p:cNvPr>
          <p:cNvSpPr>
            <a:spLocks noGrp="1"/>
          </p:cNvSpPr>
          <p:nvPr>
            <p:ph sz="half" idx="2"/>
          </p:nvPr>
        </p:nvSpPr>
        <p:spPr>
          <a:xfrm>
            <a:off x="6291072" y="1344168"/>
            <a:ext cx="5212080" cy="5212080"/>
          </a:xfrm>
        </p:spPr>
        <p:txBody>
          <a:bodyPr/>
          <a:lstStyle/>
          <a:p>
            <a:r>
              <a:rPr lang="en-US" b="1" dirty="0"/>
              <a:t>Context</a:t>
            </a:r>
          </a:p>
          <a:p>
            <a:pPr lvl="1"/>
            <a:r>
              <a:rPr lang="en-US" dirty="0"/>
              <a:t>Running total of input text</a:t>
            </a:r>
          </a:p>
          <a:p>
            <a:pPr lvl="1"/>
            <a:r>
              <a:rPr lang="en-US" dirty="0"/>
              <a:t>Comprised of:</a:t>
            </a:r>
          </a:p>
          <a:p>
            <a:pPr lvl="2"/>
            <a:r>
              <a:rPr lang="en-US" dirty="0"/>
              <a:t>User Prompt</a:t>
            </a:r>
          </a:p>
          <a:p>
            <a:pPr lvl="2"/>
            <a:r>
              <a:rPr lang="en-US" dirty="0"/>
              <a:t>System Prompt</a:t>
            </a:r>
          </a:p>
          <a:p>
            <a:pPr lvl="2"/>
            <a:r>
              <a:rPr lang="en-US" dirty="0"/>
              <a:t>RAG input</a:t>
            </a:r>
          </a:p>
          <a:p>
            <a:pPr lvl="2"/>
            <a:r>
              <a:rPr lang="en-US" dirty="0"/>
              <a:t>“Thinking”</a:t>
            </a:r>
          </a:p>
          <a:p>
            <a:r>
              <a:rPr lang="en-US" b="1" dirty="0"/>
              <a:t>Compaction</a:t>
            </a:r>
          </a:p>
          <a:p>
            <a:pPr lvl="1"/>
            <a:r>
              <a:rPr lang="en-US" dirty="0"/>
              <a:t>Each model has a limit on the number of context tokens</a:t>
            </a:r>
          </a:p>
          <a:p>
            <a:pPr lvl="1"/>
            <a:r>
              <a:rPr lang="en-US" dirty="0"/>
              <a:t>Compaction will summarize the context when we hit a percentage of model context limit</a:t>
            </a:r>
          </a:p>
          <a:p>
            <a:pPr lvl="1"/>
            <a:r>
              <a:rPr lang="en-US" dirty="0"/>
              <a:t>Configurable in your harness</a:t>
            </a:r>
          </a:p>
        </p:txBody>
      </p:sp>
    </p:spTree>
    <p:extLst>
      <p:ext uri="{BB962C8B-B14F-4D97-AF65-F5344CB8AC3E}">
        <p14:creationId xmlns:p14="http://schemas.microsoft.com/office/powerpoint/2010/main" val="2397172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1DCDA-1E6A-7283-A639-06F130B23C87}"/>
              </a:ext>
            </a:extLst>
          </p:cNvPr>
          <p:cNvSpPr>
            <a:spLocks noGrp="1"/>
          </p:cNvSpPr>
          <p:nvPr>
            <p:ph type="title"/>
          </p:nvPr>
        </p:nvSpPr>
        <p:spPr/>
        <p:txBody>
          <a:bodyPr/>
          <a:lstStyle/>
          <a:p>
            <a:r>
              <a:rPr lang="en-US" dirty="0"/>
              <a:t>Hardware</a:t>
            </a:r>
          </a:p>
        </p:txBody>
      </p:sp>
      <p:sp>
        <p:nvSpPr>
          <p:cNvPr id="3" name="Content Placeholder 2">
            <a:extLst>
              <a:ext uri="{FF2B5EF4-FFF2-40B4-BE49-F238E27FC236}">
                <a16:creationId xmlns:a16="http://schemas.microsoft.com/office/drawing/2014/main" id="{6419DD1B-10B3-185B-FDDB-BAACCF796530}"/>
              </a:ext>
            </a:extLst>
          </p:cNvPr>
          <p:cNvSpPr>
            <a:spLocks noGrp="1"/>
          </p:cNvSpPr>
          <p:nvPr>
            <p:ph idx="1"/>
          </p:nvPr>
        </p:nvSpPr>
        <p:spPr/>
        <p:txBody>
          <a:bodyPr/>
          <a:lstStyle/>
          <a:p>
            <a:r>
              <a:rPr lang="en-US" dirty="0"/>
              <a:t>NVIDIA</a:t>
            </a:r>
          </a:p>
          <a:p>
            <a:r>
              <a:rPr lang="en-US" dirty="0"/>
              <a:t>AMD</a:t>
            </a:r>
          </a:p>
          <a:p>
            <a:r>
              <a:rPr lang="en-US" dirty="0"/>
              <a:t>Intel</a:t>
            </a:r>
          </a:p>
          <a:p>
            <a:r>
              <a:rPr lang="en-US" dirty="0"/>
              <a:t>Mac</a:t>
            </a:r>
          </a:p>
        </p:txBody>
      </p:sp>
      <p:pic>
        <p:nvPicPr>
          <p:cNvPr id="5" name="Picture 4" descr="Download More RAM | Know Your Meme">
            <a:extLst>
              <a:ext uri="{FF2B5EF4-FFF2-40B4-BE49-F238E27FC236}">
                <a16:creationId xmlns:a16="http://schemas.microsoft.com/office/drawing/2014/main" id="{164F4033-F4E0-806C-3595-55D6ABC69FB1}"/>
              </a:ext>
            </a:extLst>
          </p:cNvPr>
          <p:cNvPicPr>
            <a:picLocks noChangeAspect="1"/>
          </p:cNvPicPr>
          <p:nvPr/>
        </p:nvPicPr>
        <p:blipFill>
          <a:blip r:embed="rId3"/>
          <a:stretch>
            <a:fillRect/>
          </a:stretch>
        </p:blipFill>
        <p:spPr>
          <a:xfrm>
            <a:off x="6012909" y="370332"/>
            <a:ext cx="5143500" cy="5143500"/>
          </a:xfrm>
          <a:prstGeom prst="rect">
            <a:avLst/>
          </a:prstGeom>
        </p:spPr>
      </p:pic>
    </p:spTree>
    <p:extLst>
      <p:ext uri="{BB962C8B-B14F-4D97-AF65-F5344CB8AC3E}">
        <p14:creationId xmlns:p14="http://schemas.microsoft.com/office/powerpoint/2010/main" val="609670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nodeType="afterEffect">
                                  <p:stCondLst>
                                    <p:cond delay="2000"/>
                                  </p:stCondLst>
                                  <p:childTnLst>
                                    <p:animRot by="120000">
                                      <p:cBhvr>
                                        <p:cTn id="6" dur="100" fill="hold">
                                          <p:stCondLst>
                                            <p:cond delay="0"/>
                                          </p:stCondLst>
                                        </p:cTn>
                                        <p:tgtEl>
                                          <p:spTgt spid="5"/>
                                        </p:tgtEl>
                                        <p:attrNameLst>
                                          <p:attrName>r</p:attrName>
                                        </p:attrNameLst>
                                      </p:cBhvr>
                                    </p:animRot>
                                    <p:animRot by="-240000">
                                      <p:cBhvr>
                                        <p:cTn id="7" dur="200" fill="hold">
                                          <p:stCondLst>
                                            <p:cond delay="200"/>
                                          </p:stCondLst>
                                        </p:cTn>
                                        <p:tgtEl>
                                          <p:spTgt spid="5"/>
                                        </p:tgtEl>
                                        <p:attrNameLst>
                                          <p:attrName>r</p:attrName>
                                        </p:attrNameLst>
                                      </p:cBhvr>
                                    </p:animRot>
                                    <p:animRot by="240000">
                                      <p:cBhvr>
                                        <p:cTn id="8" dur="200" fill="hold">
                                          <p:stCondLst>
                                            <p:cond delay="400"/>
                                          </p:stCondLst>
                                        </p:cTn>
                                        <p:tgtEl>
                                          <p:spTgt spid="5"/>
                                        </p:tgtEl>
                                        <p:attrNameLst>
                                          <p:attrName>r</p:attrName>
                                        </p:attrNameLst>
                                      </p:cBhvr>
                                    </p:animRot>
                                    <p:animRot by="-240000">
                                      <p:cBhvr>
                                        <p:cTn id="9" dur="200" fill="hold">
                                          <p:stCondLst>
                                            <p:cond delay="600"/>
                                          </p:stCondLst>
                                        </p:cTn>
                                        <p:tgtEl>
                                          <p:spTgt spid="5"/>
                                        </p:tgtEl>
                                        <p:attrNameLst>
                                          <p:attrName>r</p:attrName>
                                        </p:attrNameLst>
                                      </p:cBhvr>
                                    </p:animRot>
                                    <p:animRot by="120000">
                                      <p:cBhvr>
                                        <p:cTn id="10" dur="200" fill="hold">
                                          <p:stCondLst>
                                            <p:cond delay="800"/>
                                          </p:stCondLst>
                                        </p:cTn>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58CEA-0D9F-D8B6-D6E3-9155BBE682F3}"/>
              </a:ext>
            </a:extLst>
          </p:cNvPr>
          <p:cNvSpPr>
            <a:spLocks noGrp="1"/>
          </p:cNvSpPr>
          <p:nvPr>
            <p:ph type="title"/>
          </p:nvPr>
        </p:nvSpPr>
        <p:spPr/>
        <p:txBody>
          <a:bodyPr/>
          <a:lstStyle/>
          <a:p>
            <a:r>
              <a:rPr lang="en-US" dirty="0"/>
              <a:t>Harness</a:t>
            </a:r>
          </a:p>
        </p:txBody>
      </p:sp>
      <p:sp>
        <p:nvSpPr>
          <p:cNvPr id="3" name="Content Placeholder 2">
            <a:extLst>
              <a:ext uri="{FF2B5EF4-FFF2-40B4-BE49-F238E27FC236}">
                <a16:creationId xmlns:a16="http://schemas.microsoft.com/office/drawing/2014/main" id="{7B162751-CDCC-4A80-57B8-8DED1B53F261}"/>
              </a:ext>
            </a:extLst>
          </p:cNvPr>
          <p:cNvSpPr>
            <a:spLocks noGrp="1"/>
          </p:cNvSpPr>
          <p:nvPr>
            <p:ph idx="1"/>
          </p:nvPr>
        </p:nvSpPr>
        <p:spPr/>
        <p:txBody>
          <a:bodyPr/>
          <a:lstStyle/>
          <a:p>
            <a:r>
              <a:rPr lang="en-US" dirty="0"/>
              <a:t>Unless you plan to use the API directly, you’ll need a harness</a:t>
            </a:r>
          </a:p>
          <a:p>
            <a:r>
              <a:rPr lang="en-US" dirty="0"/>
              <a:t>Manages prompts, context, model output</a:t>
            </a:r>
          </a:p>
          <a:p>
            <a:r>
              <a:rPr lang="en-US" dirty="0"/>
              <a:t>Provides tools the model can invoke</a:t>
            </a:r>
          </a:p>
          <a:p>
            <a:r>
              <a:rPr lang="en-US" dirty="0"/>
              <a:t>The two I use:</a:t>
            </a:r>
          </a:p>
          <a:p>
            <a:pPr lvl="1"/>
            <a:r>
              <a:rPr lang="en-US" dirty="0"/>
              <a:t>TUI: </a:t>
            </a:r>
            <a:r>
              <a:rPr lang="en-US" dirty="0" err="1"/>
              <a:t>Opencode</a:t>
            </a:r>
            <a:endParaRPr lang="en-US" dirty="0"/>
          </a:p>
          <a:p>
            <a:pPr lvl="1"/>
            <a:r>
              <a:rPr lang="en-US" dirty="0"/>
              <a:t>GUI: </a:t>
            </a:r>
            <a:r>
              <a:rPr lang="en-US" dirty="0" err="1"/>
              <a:t>OpenWebUI</a:t>
            </a:r>
            <a:endParaRPr lang="en-US" dirty="0"/>
          </a:p>
        </p:txBody>
      </p:sp>
      <p:pic>
        <p:nvPicPr>
          <p:cNvPr id="5" name="Picture 4">
            <a:extLst>
              <a:ext uri="{FF2B5EF4-FFF2-40B4-BE49-F238E27FC236}">
                <a16:creationId xmlns:a16="http://schemas.microsoft.com/office/drawing/2014/main" id="{1AEF75FD-7AAE-0C5C-31CA-8FFDBB854825}"/>
              </a:ext>
            </a:extLst>
          </p:cNvPr>
          <p:cNvPicPr>
            <a:picLocks noChangeAspect="1"/>
          </p:cNvPicPr>
          <p:nvPr/>
        </p:nvPicPr>
        <p:blipFill>
          <a:blip r:embed="rId2"/>
          <a:stretch>
            <a:fillRect/>
          </a:stretch>
        </p:blipFill>
        <p:spPr>
          <a:xfrm>
            <a:off x="5285232" y="2393296"/>
            <a:ext cx="6290796" cy="320555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813369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0696D-86D2-C2D5-0450-C114FB974CA3}"/>
              </a:ext>
            </a:extLst>
          </p:cNvPr>
          <p:cNvSpPr>
            <a:spLocks noGrp="1"/>
          </p:cNvSpPr>
          <p:nvPr>
            <p:ph type="title"/>
          </p:nvPr>
        </p:nvSpPr>
        <p:spPr/>
        <p:txBody>
          <a:bodyPr/>
          <a:lstStyle/>
          <a:p>
            <a:r>
              <a:rPr lang="en-US" dirty="0"/>
              <a:t>Tools &amp; MCPs</a:t>
            </a:r>
          </a:p>
        </p:txBody>
      </p:sp>
      <p:sp>
        <p:nvSpPr>
          <p:cNvPr id="3" name="Content Placeholder 2">
            <a:extLst>
              <a:ext uri="{FF2B5EF4-FFF2-40B4-BE49-F238E27FC236}">
                <a16:creationId xmlns:a16="http://schemas.microsoft.com/office/drawing/2014/main" id="{F08FE601-2C81-D435-F015-FA86A5CA6037}"/>
              </a:ext>
            </a:extLst>
          </p:cNvPr>
          <p:cNvSpPr>
            <a:spLocks noGrp="1"/>
          </p:cNvSpPr>
          <p:nvPr>
            <p:ph idx="1"/>
          </p:nvPr>
        </p:nvSpPr>
        <p:spPr/>
        <p:txBody>
          <a:bodyPr/>
          <a:lstStyle/>
          <a:p>
            <a:r>
              <a:rPr lang="en-US" dirty="0"/>
              <a:t>Models can only output tokens</a:t>
            </a:r>
          </a:p>
          <a:p>
            <a:r>
              <a:rPr lang="en-US" dirty="0"/>
              <a:t>Models cannot:</a:t>
            </a:r>
          </a:p>
          <a:p>
            <a:pPr lvl="1"/>
            <a:r>
              <a:rPr lang="en-US" dirty="0"/>
              <a:t>fetch data</a:t>
            </a:r>
          </a:p>
          <a:p>
            <a:pPr lvl="1"/>
            <a:r>
              <a:rPr lang="en-US" dirty="0"/>
              <a:t>affect changes</a:t>
            </a:r>
          </a:p>
          <a:p>
            <a:pPr lvl="1"/>
            <a:r>
              <a:rPr lang="en-US" dirty="0"/>
              <a:t>perform calculations</a:t>
            </a:r>
          </a:p>
          <a:p>
            <a:r>
              <a:rPr lang="en-US" dirty="0"/>
              <a:t>Harness’ can be setup with tools</a:t>
            </a:r>
          </a:p>
          <a:p>
            <a:pPr lvl="1"/>
            <a:r>
              <a:rPr lang="en-US" dirty="0"/>
              <a:t>Text description of functionality</a:t>
            </a:r>
          </a:p>
          <a:p>
            <a:pPr lvl="1"/>
            <a:r>
              <a:rPr lang="en-US" dirty="0"/>
              <a:t>Function to invoke</a:t>
            </a:r>
          </a:p>
          <a:p>
            <a:r>
              <a:rPr lang="en-US" dirty="0"/>
              <a:t>MCPs are bundles of tools</a:t>
            </a:r>
          </a:p>
        </p:txBody>
      </p:sp>
      <p:pic>
        <p:nvPicPr>
          <p:cNvPr id="5" name="Picture 4" descr="Hammer hitting nail">
            <a:extLst>
              <a:ext uri="{FF2B5EF4-FFF2-40B4-BE49-F238E27FC236}">
                <a16:creationId xmlns:a16="http://schemas.microsoft.com/office/drawing/2014/main" id="{3DBBEB21-DFD4-9EBC-4F71-506ABD1433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5235" y="0"/>
            <a:ext cx="4266765" cy="6419582"/>
          </a:xfrm>
          <a:prstGeom prst="rect">
            <a:avLst/>
          </a:prstGeom>
        </p:spPr>
      </p:pic>
    </p:spTree>
    <p:extLst>
      <p:ext uri="{BB962C8B-B14F-4D97-AF65-F5344CB8AC3E}">
        <p14:creationId xmlns:p14="http://schemas.microsoft.com/office/powerpoint/2010/main" val="431781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33517-B996-075B-F11C-EE769EC4BA9E}"/>
              </a:ext>
            </a:extLst>
          </p:cNvPr>
          <p:cNvSpPr>
            <a:spLocks noGrp="1"/>
          </p:cNvSpPr>
          <p:nvPr>
            <p:ph type="ctrTitle"/>
          </p:nvPr>
        </p:nvSpPr>
        <p:spPr/>
        <p:txBody>
          <a:bodyPr/>
          <a:lstStyle/>
          <a:p>
            <a:r>
              <a:rPr lang="en-US" dirty="0" err="1"/>
              <a:t>LangChain</a:t>
            </a:r>
            <a:endParaRPr lang="en-US" dirty="0"/>
          </a:p>
        </p:txBody>
      </p:sp>
      <p:sp>
        <p:nvSpPr>
          <p:cNvPr id="3" name="Text Placeholder 2">
            <a:extLst>
              <a:ext uri="{FF2B5EF4-FFF2-40B4-BE49-F238E27FC236}">
                <a16:creationId xmlns:a16="http://schemas.microsoft.com/office/drawing/2014/main" id="{101AB23D-B5C4-22EA-0B66-B278DBB162E4}"/>
              </a:ext>
            </a:extLst>
          </p:cNvPr>
          <p:cNvSpPr>
            <a:spLocks noGrp="1"/>
          </p:cNvSpPr>
          <p:nvPr>
            <p:ph type="body" sz="quarter" idx="13"/>
          </p:nvPr>
        </p:nvSpPr>
        <p:spPr/>
        <p:txBody>
          <a:bodyPr/>
          <a:lstStyle/>
          <a:p>
            <a:pPr marL="342900" indent="-342900">
              <a:buFont typeface="Arial" panose="020B0604020202020204" pitchFamily="34" charset="0"/>
              <a:buChar char="•"/>
            </a:pPr>
            <a:r>
              <a:rPr lang="en-US" dirty="0"/>
              <a:t>Useful for programmatic model access</a:t>
            </a:r>
          </a:p>
          <a:p>
            <a:pPr marL="342900" indent="-342900">
              <a:buFont typeface="Arial" panose="020B0604020202020204" pitchFamily="34" charset="0"/>
              <a:buChar char="•"/>
            </a:pPr>
            <a:r>
              <a:rPr lang="en-US" dirty="0"/>
              <a:t>Embed AI into your application</a:t>
            </a:r>
          </a:p>
          <a:p>
            <a:pPr marL="342900" indent="-342900">
              <a:buFont typeface="Arial" panose="020B0604020202020204" pitchFamily="34" charset="0"/>
              <a:buChar char="•"/>
            </a:pPr>
            <a:r>
              <a:rPr lang="en-US" dirty="0"/>
              <a:t>Supports RAG pipelines</a:t>
            </a:r>
          </a:p>
          <a:p>
            <a:pPr marL="342900" indent="-342900">
              <a:buFont typeface="Arial" panose="020B0604020202020204" pitchFamily="34" charset="0"/>
              <a:buChar char="•"/>
            </a:pPr>
            <a:r>
              <a:rPr lang="en-US" dirty="0"/>
              <a:t>Has its own DSL called LCEL</a:t>
            </a:r>
          </a:p>
          <a:p>
            <a:pPr marL="342900" indent="-342900">
              <a:buFont typeface="Arial" panose="020B0604020202020204" pitchFamily="34" charset="0"/>
              <a:buChar char="•"/>
            </a:pPr>
            <a:r>
              <a:rPr lang="en-US" dirty="0"/>
              <a:t>Has many ports to different languages</a:t>
            </a:r>
          </a:p>
        </p:txBody>
      </p:sp>
      <p:sp>
        <p:nvSpPr>
          <p:cNvPr id="4" name="Text Placeholder 3">
            <a:extLst>
              <a:ext uri="{FF2B5EF4-FFF2-40B4-BE49-F238E27FC236}">
                <a16:creationId xmlns:a16="http://schemas.microsoft.com/office/drawing/2014/main" id="{7A099CEA-2805-8467-252F-891EA3B3993C}"/>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25911087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09A0D-C089-50A8-474F-3ECF67DC3A43}"/>
              </a:ext>
            </a:extLst>
          </p:cNvPr>
          <p:cNvSpPr>
            <a:spLocks noGrp="1"/>
          </p:cNvSpPr>
          <p:nvPr>
            <p:ph type="title"/>
          </p:nvPr>
        </p:nvSpPr>
        <p:spPr/>
        <p:txBody>
          <a:bodyPr/>
          <a:lstStyle/>
          <a:p>
            <a:r>
              <a:rPr lang="en-US" dirty="0"/>
              <a:t>Making a Local Model Your Own</a:t>
            </a:r>
          </a:p>
        </p:txBody>
      </p:sp>
      <p:sp>
        <p:nvSpPr>
          <p:cNvPr id="3" name="Content Placeholder 2">
            <a:extLst>
              <a:ext uri="{FF2B5EF4-FFF2-40B4-BE49-F238E27FC236}">
                <a16:creationId xmlns:a16="http://schemas.microsoft.com/office/drawing/2014/main" id="{A5BDCAD1-8A65-0885-ECC2-6EA03D01D614}"/>
              </a:ext>
            </a:extLst>
          </p:cNvPr>
          <p:cNvSpPr>
            <a:spLocks noGrp="1"/>
          </p:cNvSpPr>
          <p:nvPr>
            <p:ph idx="1"/>
          </p:nvPr>
        </p:nvSpPr>
        <p:spPr/>
        <p:txBody>
          <a:bodyPr/>
          <a:lstStyle/>
          <a:p>
            <a:r>
              <a:rPr lang="en-US" dirty="0"/>
              <a:t>Most are trained to be generalists</a:t>
            </a:r>
          </a:p>
          <a:p>
            <a:r>
              <a:rPr lang="en-US" dirty="0"/>
              <a:t>Your app is probably specialized</a:t>
            </a:r>
          </a:p>
          <a:p>
            <a:r>
              <a:rPr lang="en-US" dirty="0"/>
              <a:t>Example: Your Customer Service Chatbot shouldn’t answer unrelated questions</a:t>
            </a:r>
          </a:p>
          <a:p>
            <a:r>
              <a:rPr lang="en-US" dirty="0"/>
              <a:t>There are several techniques to customize models:</a:t>
            </a:r>
          </a:p>
          <a:p>
            <a:pPr lvl="1"/>
            <a:r>
              <a:rPr lang="en-US" dirty="0"/>
              <a:t>System Prompt (easy)</a:t>
            </a:r>
          </a:p>
          <a:p>
            <a:pPr lvl="1"/>
            <a:r>
              <a:rPr lang="en-US" dirty="0"/>
              <a:t>RAG (moderate)</a:t>
            </a:r>
          </a:p>
          <a:p>
            <a:pPr lvl="1"/>
            <a:r>
              <a:rPr lang="en-US" dirty="0"/>
              <a:t>Fine Tuning (hard)</a:t>
            </a:r>
          </a:p>
          <a:p>
            <a:endParaRPr lang="en-US" dirty="0"/>
          </a:p>
        </p:txBody>
      </p:sp>
    </p:spTree>
    <p:extLst>
      <p:ext uri="{BB962C8B-B14F-4D97-AF65-F5344CB8AC3E}">
        <p14:creationId xmlns:p14="http://schemas.microsoft.com/office/powerpoint/2010/main" val="484041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F56FF-33D7-FC75-2E13-D0AB7798B3CA}"/>
              </a:ext>
            </a:extLst>
          </p:cNvPr>
          <p:cNvSpPr>
            <a:spLocks noGrp="1"/>
          </p:cNvSpPr>
          <p:nvPr>
            <p:ph type="ctrTitle"/>
          </p:nvPr>
        </p:nvSpPr>
        <p:spPr/>
        <p:txBody>
          <a:bodyPr/>
          <a:lstStyle/>
          <a:p>
            <a:r>
              <a:rPr lang="en-US" dirty="0">
                <a:solidFill>
                  <a:schemeClr val="accent1">
                    <a:lumMod val="20000"/>
                    <a:lumOff val="80000"/>
                  </a:schemeClr>
                </a:solidFill>
              </a:rPr>
              <a:t>R</a:t>
            </a:r>
            <a:r>
              <a:rPr lang="en-US" b="0" dirty="0"/>
              <a:t>etrieval</a:t>
            </a:r>
            <a:br>
              <a:rPr lang="en-US" dirty="0"/>
            </a:br>
            <a:r>
              <a:rPr lang="en-US" dirty="0">
                <a:solidFill>
                  <a:schemeClr val="accent1">
                    <a:lumMod val="20000"/>
                    <a:lumOff val="80000"/>
                  </a:schemeClr>
                </a:solidFill>
              </a:rPr>
              <a:t>A</a:t>
            </a:r>
            <a:r>
              <a:rPr lang="en-US" b="0" dirty="0"/>
              <a:t>ugmented</a:t>
            </a:r>
            <a:br>
              <a:rPr lang="en-US" dirty="0"/>
            </a:br>
            <a:r>
              <a:rPr lang="en-US" dirty="0">
                <a:solidFill>
                  <a:schemeClr val="accent1">
                    <a:lumMod val="20000"/>
                    <a:lumOff val="80000"/>
                  </a:schemeClr>
                </a:solidFill>
              </a:rPr>
              <a:t>G</a:t>
            </a:r>
            <a:r>
              <a:rPr lang="en-US" b="0" dirty="0"/>
              <a:t>eneration</a:t>
            </a:r>
          </a:p>
        </p:txBody>
      </p:sp>
      <p:sp>
        <p:nvSpPr>
          <p:cNvPr id="3" name="Text Placeholder 2">
            <a:extLst>
              <a:ext uri="{FF2B5EF4-FFF2-40B4-BE49-F238E27FC236}">
                <a16:creationId xmlns:a16="http://schemas.microsoft.com/office/drawing/2014/main" id="{5BF4BF59-6686-8CD9-D564-E4D21BEB2195}"/>
              </a:ext>
            </a:extLst>
          </p:cNvPr>
          <p:cNvSpPr>
            <a:spLocks noGrp="1"/>
          </p:cNvSpPr>
          <p:nvPr>
            <p:ph type="body" sz="quarter" idx="13"/>
          </p:nvPr>
        </p:nvSpPr>
        <p:spPr/>
        <p:txBody>
          <a:bodyPr/>
          <a:lstStyle/>
          <a:p>
            <a:r>
              <a:rPr lang="en-US" dirty="0"/>
              <a:t>Search before inference</a:t>
            </a:r>
          </a:p>
        </p:txBody>
      </p:sp>
    </p:spTree>
    <p:extLst>
      <p:ext uri="{BB962C8B-B14F-4D97-AF65-F5344CB8AC3E}">
        <p14:creationId xmlns:p14="http://schemas.microsoft.com/office/powerpoint/2010/main" val="28470122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BBCBA-3637-65CC-440A-5FB51B7DD7F3}"/>
              </a:ext>
            </a:extLst>
          </p:cNvPr>
          <p:cNvSpPr>
            <a:spLocks noGrp="1"/>
          </p:cNvSpPr>
          <p:nvPr>
            <p:ph type="title"/>
          </p:nvPr>
        </p:nvSpPr>
        <p:spPr/>
        <p:txBody>
          <a:bodyPr/>
          <a:lstStyle/>
          <a:p>
            <a:r>
              <a:rPr lang="en-US" dirty="0"/>
              <a:t>RAG</a:t>
            </a:r>
          </a:p>
        </p:txBody>
      </p:sp>
      <p:sp>
        <p:nvSpPr>
          <p:cNvPr id="3" name="Content Placeholder 2">
            <a:extLst>
              <a:ext uri="{FF2B5EF4-FFF2-40B4-BE49-F238E27FC236}">
                <a16:creationId xmlns:a16="http://schemas.microsoft.com/office/drawing/2014/main" id="{2FE4F69E-E1FF-C3EB-802A-47F54497F598}"/>
              </a:ext>
            </a:extLst>
          </p:cNvPr>
          <p:cNvSpPr>
            <a:spLocks noGrp="1"/>
          </p:cNvSpPr>
          <p:nvPr>
            <p:ph idx="1"/>
          </p:nvPr>
        </p:nvSpPr>
        <p:spPr/>
        <p:txBody>
          <a:bodyPr/>
          <a:lstStyle/>
          <a:p>
            <a:r>
              <a:rPr lang="en-US" dirty="0"/>
              <a:t>A model only “knows” what it has been trained on</a:t>
            </a:r>
          </a:p>
          <a:p>
            <a:pPr lvl="1"/>
            <a:r>
              <a:rPr lang="en-US" dirty="0"/>
              <a:t>“Who is the President of the USA?” just after election time</a:t>
            </a:r>
          </a:p>
          <a:p>
            <a:r>
              <a:rPr lang="en-US" dirty="0"/>
              <a:t>Need to seed the context with current/relevant information</a:t>
            </a:r>
          </a:p>
          <a:p>
            <a:r>
              <a:rPr lang="en-US" dirty="0"/>
              <a:t>How do we search?</a:t>
            </a:r>
          </a:p>
          <a:p>
            <a:pPr lvl="1"/>
            <a:r>
              <a:rPr lang="en-US" b="1" dirty="0"/>
              <a:t>Problem</a:t>
            </a:r>
            <a:r>
              <a:rPr lang="en-US" dirty="0"/>
              <a:t>: RDBMS not very good with prompts</a:t>
            </a:r>
          </a:p>
          <a:p>
            <a:pPr lvl="1"/>
            <a:r>
              <a:rPr lang="en-US" b="1" dirty="0"/>
              <a:t>Solution</a:t>
            </a:r>
            <a:r>
              <a:rPr lang="en-US" dirty="0"/>
              <a:t>: Vector Databases</a:t>
            </a:r>
          </a:p>
          <a:p>
            <a:pPr lvl="1"/>
            <a:r>
              <a:rPr lang="en-US" dirty="0"/>
              <a:t>What would produce a good vector?</a:t>
            </a:r>
          </a:p>
          <a:p>
            <a:pPr lvl="2"/>
            <a:r>
              <a:rPr lang="en-US" dirty="0"/>
              <a:t>An embedding model</a:t>
            </a:r>
          </a:p>
          <a:p>
            <a:pPr lvl="1"/>
            <a:r>
              <a:rPr lang="en-US" dirty="0"/>
              <a:t>What data do you use to seed your Database?</a:t>
            </a:r>
          </a:p>
          <a:p>
            <a:pPr lvl="2"/>
            <a:r>
              <a:rPr lang="en-US" dirty="0" err="1"/>
              <a:t>Webscraper</a:t>
            </a:r>
            <a:endParaRPr lang="en-US" dirty="0"/>
          </a:p>
          <a:p>
            <a:pPr lvl="2"/>
            <a:r>
              <a:rPr lang="en-US" dirty="0"/>
              <a:t>Folders of PDFs</a:t>
            </a:r>
          </a:p>
          <a:p>
            <a:pPr lvl="2"/>
            <a:r>
              <a:rPr lang="en-US" dirty="0"/>
              <a:t>Reporting Database/</a:t>
            </a:r>
            <a:r>
              <a:rPr lang="en-US" dirty="0" err="1"/>
              <a:t>DataLake</a:t>
            </a:r>
            <a:endParaRPr lang="en-US" dirty="0"/>
          </a:p>
        </p:txBody>
      </p:sp>
      <p:grpSp>
        <p:nvGrpSpPr>
          <p:cNvPr id="7" name="Group 6">
            <a:extLst>
              <a:ext uri="{FF2B5EF4-FFF2-40B4-BE49-F238E27FC236}">
                <a16:creationId xmlns:a16="http://schemas.microsoft.com/office/drawing/2014/main" id="{004696CA-6254-6BC1-AE0C-04582B5163A5}"/>
              </a:ext>
            </a:extLst>
          </p:cNvPr>
          <p:cNvGrpSpPr/>
          <p:nvPr/>
        </p:nvGrpSpPr>
        <p:grpSpPr>
          <a:xfrm>
            <a:off x="8012669" y="1344168"/>
            <a:ext cx="4105275" cy="4297049"/>
            <a:chOff x="8012669" y="1344168"/>
            <a:chExt cx="4105275" cy="4297049"/>
          </a:xfrm>
        </p:grpSpPr>
        <p:pic>
          <p:nvPicPr>
            <p:cNvPr id="4" name="Picture 3" descr="Visualizing Bias in Data using Embedding Projector | Towards Data Science">
              <a:extLst>
                <a:ext uri="{FF2B5EF4-FFF2-40B4-BE49-F238E27FC236}">
                  <a16:creationId xmlns:a16="http://schemas.microsoft.com/office/drawing/2014/main" id="{EF25BBFB-CC15-46A1-CFCD-3A91BCE6915A}"/>
                </a:ext>
              </a:extLst>
            </p:cNvPr>
            <p:cNvPicPr>
              <a:picLocks noChangeAspect="1"/>
            </p:cNvPicPr>
            <p:nvPr/>
          </p:nvPicPr>
          <p:blipFill>
            <a:blip r:embed="rId2"/>
            <a:stretch>
              <a:fillRect/>
            </a:stretch>
          </p:blipFill>
          <p:spPr>
            <a:xfrm>
              <a:off x="8012669" y="1344168"/>
              <a:ext cx="4105275" cy="4076700"/>
            </a:xfrm>
            <a:prstGeom prst="ellipse">
              <a:avLst/>
            </a:prstGeom>
            <a:ln w="6350" cap="rnd">
              <a:solidFill>
                <a:schemeClr val="bg2">
                  <a:lumMod val="95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6" name="TextBox 5">
              <a:extLst>
                <a:ext uri="{FF2B5EF4-FFF2-40B4-BE49-F238E27FC236}">
                  <a16:creationId xmlns:a16="http://schemas.microsoft.com/office/drawing/2014/main" id="{D4D0D7F7-5E7B-47DA-BB9B-1A1D856744D8}"/>
                </a:ext>
              </a:extLst>
            </p:cNvPr>
            <p:cNvSpPr txBox="1"/>
            <p:nvPr/>
          </p:nvSpPr>
          <p:spPr>
            <a:xfrm>
              <a:off x="8283683" y="5456551"/>
              <a:ext cx="3563246" cy="184666"/>
            </a:xfrm>
            <a:prstGeom prst="rect">
              <a:avLst/>
            </a:prstGeom>
            <a:noFill/>
          </p:spPr>
          <p:txBody>
            <a:bodyPr wrap="square" lIns="0" tIns="0" rIns="0" bIns="0" rtlCol="0">
              <a:spAutoFit/>
            </a:bodyPr>
            <a:lstStyle/>
            <a:p>
              <a:pPr algn="ctr">
                <a:spcBef>
                  <a:spcPts val="1000"/>
                </a:spcBef>
              </a:pPr>
              <a:r>
                <a:rPr lang="en-US" sz="1200" dirty="0">
                  <a:latin typeface="Arial" panose="020B0604020202020204" pitchFamily="34" charset="0"/>
                  <a:cs typeface="Arial" panose="020B0604020202020204" pitchFamily="34" charset="0"/>
                </a:rPr>
                <a:t>Credit: towardsdatascience.com</a:t>
              </a:r>
            </a:p>
          </p:txBody>
        </p:sp>
      </p:grpSp>
    </p:spTree>
    <p:extLst>
      <p:ext uri="{BB962C8B-B14F-4D97-AF65-F5344CB8AC3E}">
        <p14:creationId xmlns:p14="http://schemas.microsoft.com/office/powerpoint/2010/main" val="38731441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nodeType="afterEffect">
                                  <p:stCondLst>
                                    <p:cond delay="1000"/>
                                  </p:stCondLst>
                                  <p:childTnLst>
                                    <p:set>
                                      <p:cBhvr>
                                        <p:cTn id="29" dur="1" fill="hold">
                                          <p:stCondLst>
                                            <p:cond delay="0"/>
                                          </p:stCondLst>
                                        </p:cTn>
                                        <p:tgtEl>
                                          <p:spTgt spid="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3">
                                            <p:txEl>
                                              <p:pRg st="10" end="10"/>
                                            </p:txEl>
                                          </p:spTgt>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0B7F4-5471-5F20-682A-483D1FCFC6BF}"/>
              </a:ext>
            </a:extLst>
          </p:cNvPr>
          <p:cNvSpPr>
            <a:spLocks noGrp="1"/>
          </p:cNvSpPr>
          <p:nvPr>
            <p:ph type="title"/>
          </p:nvPr>
        </p:nvSpPr>
        <p:spPr/>
        <p:txBody>
          <a:bodyPr/>
          <a:lstStyle/>
          <a:p>
            <a:r>
              <a:rPr lang="en-US" dirty="0"/>
              <a:t>Elements of a RAG Pipeline</a:t>
            </a:r>
          </a:p>
        </p:txBody>
      </p:sp>
      <p:graphicFrame>
        <p:nvGraphicFramePr>
          <p:cNvPr id="4" name="Content Placeholder 3">
            <a:extLst>
              <a:ext uri="{FF2B5EF4-FFF2-40B4-BE49-F238E27FC236}">
                <a16:creationId xmlns:a16="http://schemas.microsoft.com/office/drawing/2014/main" id="{E572C085-A803-68AB-1D91-8EF626EFCD94}"/>
              </a:ext>
            </a:extLst>
          </p:cNvPr>
          <p:cNvGraphicFramePr>
            <a:graphicFrameLocks noGrp="1"/>
          </p:cNvGraphicFramePr>
          <p:nvPr>
            <p:ph idx="1"/>
            <p:extLst>
              <p:ext uri="{D42A27DB-BD31-4B8C-83A1-F6EECF244321}">
                <p14:modId xmlns:p14="http://schemas.microsoft.com/office/powerpoint/2010/main" val="3563108993"/>
              </p:ext>
            </p:extLst>
          </p:nvPr>
        </p:nvGraphicFramePr>
        <p:xfrm>
          <a:off x="1362739" y="576894"/>
          <a:ext cx="7215653" cy="34747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39035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3BB99-CA88-4BE6-3FB3-3F5E18418F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034B45-147B-E3E3-9673-879366EDB409}"/>
              </a:ext>
            </a:extLst>
          </p:cNvPr>
          <p:cNvSpPr>
            <a:spLocks noGrp="1"/>
          </p:cNvSpPr>
          <p:nvPr>
            <p:ph type="title"/>
          </p:nvPr>
        </p:nvSpPr>
        <p:spPr/>
        <p:txBody>
          <a:bodyPr/>
          <a:lstStyle/>
          <a:p>
            <a:r>
              <a:rPr lang="en-US" dirty="0"/>
              <a:t>RAG Pipeline</a:t>
            </a:r>
          </a:p>
        </p:txBody>
      </p:sp>
      <p:graphicFrame>
        <p:nvGraphicFramePr>
          <p:cNvPr id="4" name="Content Placeholder 3">
            <a:extLst>
              <a:ext uri="{FF2B5EF4-FFF2-40B4-BE49-F238E27FC236}">
                <a16:creationId xmlns:a16="http://schemas.microsoft.com/office/drawing/2014/main" id="{BEADEC1A-BE89-97C7-C2FD-A7F406A6C210}"/>
              </a:ext>
            </a:extLst>
          </p:cNvPr>
          <p:cNvGraphicFramePr>
            <a:graphicFrameLocks noGrp="1"/>
          </p:cNvGraphicFramePr>
          <p:nvPr>
            <p:ph idx="1"/>
            <p:extLst>
              <p:ext uri="{D42A27DB-BD31-4B8C-83A1-F6EECF244321}">
                <p14:modId xmlns:p14="http://schemas.microsoft.com/office/powerpoint/2010/main" val="2978141110"/>
              </p:ext>
            </p:extLst>
          </p:nvPr>
        </p:nvGraphicFramePr>
        <p:xfrm>
          <a:off x="1362739" y="576894"/>
          <a:ext cx="7215653" cy="34747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798050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6D88C-5994-31BB-7B18-A6078C3F33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60C120-5BBD-F086-463F-8CF4FFF7DEAF}"/>
              </a:ext>
            </a:extLst>
          </p:cNvPr>
          <p:cNvSpPr>
            <a:spLocks noGrp="1"/>
          </p:cNvSpPr>
          <p:nvPr>
            <p:ph type="title"/>
          </p:nvPr>
        </p:nvSpPr>
        <p:spPr/>
        <p:txBody>
          <a:bodyPr/>
          <a:lstStyle/>
          <a:p>
            <a:r>
              <a:rPr lang="en-US" dirty="0"/>
              <a:t>RAG Pipeline</a:t>
            </a:r>
          </a:p>
        </p:txBody>
      </p:sp>
      <p:graphicFrame>
        <p:nvGraphicFramePr>
          <p:cNvPr id="4" name="Content Placeholder 3">
            <a:extLst>
              <a:ext uri="{FF2B5EF4-FFF2-40B4-BE49-F238E27FC236}">
                <a16:creationId xmlns:a16="http://schemas.microsoft.com/office/drawing/2014/main" id="{2D550B3C-AC9F-F801-2642-DB527D6990AB}"/>
              </a:ext>
            </a:extLst>
          </p:cNvPr>
          <p:cNvGraphicFramePr>
            <a:graphicFrameLocks noGrp="1"/>
          </p:cNvGraphicFramePr>
          <p:nvPr>
            <p:ph idx="1"/>
            <p:extLst>
              <p:ext uri="{D42A27DB-BD31-4B8C-83A1-F6EECF244321}">
                <p14:modId xmlns:p14="http://schemas.microsoft.com/office/powerpoint/2010/main" val="3298655288"/>
              </p:ext>
            </p:extLst>
          </p:nvPr>
        </p:nvGraphicFramePr>
        <p:xfrm>
          <a:off x="1362739" y="576894"/>
          <a:ext cx="7215653" cy="34747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503095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088AA-80BD-A60B-D2AB-00268885A7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C4E462-BC7E-7B70-7402-F7428354FFB4}"/>
              </a:ext>
            </a:extLst>
          </p:cNvPr>
          <p:cNvSpPr>
            <a:spLocks noGrp="1"/>
          </p:cNvSpPr>
          <p:nvPr>
            <p:ph type="title"/>
          </p:nvPr>
        </p:nvSpPr>
        <p:spPr/>
        <p:txBody>
          <a:bodyPr/>
          <a:lstStyle/>
          <a:p>
            <a:r>
              <a:rPr lang="en-US" dirty="0"/>
              <a:t>RAG Pipeline</a:t>
            </a:r>
          </a:p>
        </p:txBody>
      </p:sp>
      <p:graphicFrame>
        <p:nvGraphicFramePr>
          <p:cNvPr id="4" name="Content Placeholder 3">
            <a:extLst>
              <a:ext uri="{FF2B5EF4-FFF2-40B4-BE49-F238E27FC236}">
                <a16:creationId xmlns:a16="http://schemas.microsoft.com/office/drawing/2014/main" id="{46B46E1C-6FB7-D310-29D0-9B3FE414FCE5}"/>
              </a:ext>
            </a:extLst>
          </p:cNvPr>
          <p:cNvGraphicFramePr>
            <a:graphicFrameLocks noGrp="1"/>
          </p:cNvGraphicFramePr>
          <p:nvPr>
            <p:ph idx="1"/>
            <p:extLst>
              <p:ext uri="{D42A27DB-BD31-4B8C-83A1-F6EECF244321}">
                <p14:modId xmlns:p14="http://schemas.microsoft.com/office/powerpoint/2010/main" val="1422468316"/>
              </p:ext>
            </p:extLst>
          </p:nvPr>
        </p:nvGraphicFramePr>
        <p:xfrm>
          <a:off x="1362739" y="576894"/>
          <a:ext cx="7215653" cy="34747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BA5EFCD5-9F71-480E-36DF-A5CEC90D090E}"/>
              </a:ext>
            </a:extLst>
          </p:cNvPr>
          <p:cNvGraphicFramePr/>
          <p:nvPr/>
        </p:nvGraphicFramePr>
        <p:xfrm>
          <a:off x="9170542" y="627648"/>
          <a:ext cx="2719109" cy="23063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7" name="Arrow: Right 6">
            <a:extLst>
              <a:ext uri="{FF2B5EF4-FFF2-40B4-BE49-F238E27FC236}">
                <a16:creationId xmlns:a16="http://schemas.microsoft.com/office/drawing/2014/main" id="{1B265906-55C3-85B9-CBE5-896DC91334D4}"/>
              </a:ext>
            </a:extLst>
          </p:cNvPr>
          <p:cNvSpPr/>
          <p:nvPr/>
        </p:nvSpPr>
        <p:spPr>
          <a:xfrm rot="20599174">
            <a:off x="8206973" y="1558604"/>
            <a:ext cx="632191" cy="4242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66284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2D7B2-E336-62F8-74FE-DCDDA8DB6C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5B2130-C78D-9E07-3BE2-AB17C8B97494}"/>
              </a:ext>
            </a:extLst>
          </p:cNvPr>
          <p:cNvSpPr>
            <a:spLocks noGrp="1"/>
          </p:cNvSpPr>
          <p:nvPr>
            <p:ph type="title"/>
          </p:nvPr>
        </p:nvSpPr>
        <p:spPr/>
        <p:txBody>
          <a:bodyPr/>
          <a:lstStyle/>
          <a:p>
            <a:r>
              <a:rPr lang="en-US" dirty="0"/>
              <a:t>RAG Pipeline</a:t>
            </a:r>
          </a:p>
        </p:txBody>
      </p:sp>
      <p:graphicFrame>
        <p:nvGraphicFramePr>
          <p:cNvPr id="4" name="Content Placeholder 3">
            <a:extLst>
              <a:ext uri="{FF2B5EF4-FFF2-40B4-BE49-F238E27FC236}">
                <a16:creationId xmlns:a16="http://schemas.microsoft.com/office/drawing/2014/main" id="{B66ED80C-1444-9FF1-D814-7F8859963884}"/>
              </a:ext>
            </a:extLst>
          </p:cNvPr>
          <p:cNvGraphicFramePr>
            <a:graphicFrameLocks noGrp="1"/>
          </p:cNvGraphicFramePr>
          <p:nvPr>
            <p:ph idx="1"/>
            <p:extLst>
              <p:ext uri="{D42A27DB-BD31-4B8C-83A1-F6EECF244321}">
                <p14:modId xmlns:p14="http://schemas.microsoft.com/office/powerpoint/2010/main" val="1355328044"/>
              </p:ext>
            </p:extLst>
          </p:nvPr>
        </p:nvGraphicFramePr>
        <p:xfrm>
          <a:off x="1362739" y="576894"/>
          <a:ext cx="7215653" cy="34747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3">
            <a:extLst>
              <a:ext uri="{FF2B5EF4-FFF2-40B4-BE49-F238E27FC236}">
                <a16:creationId xmlns:a16="http://schemas.microsoft.com/office/drawing/2014/main" id="{396E15B4-195B-C6D6-CA00-01F3ED1D8ED6}"/>
              </a:ext>
            </a:extLst>
          </p:cNvPr>
          <p:cNvGraphicFramePr>
            <a:graphicFrameLocks/>
          </p:cNvGraphicFramePr>
          <p:nvPr>
            <p:extLst>
              <p:ext uri="{D42A27DB-BD31-4B8C-83A1-F6EECF244321}">
                <p14:modId xmlns:p14="http://schemas.microsoft.com/office/powerpoint/2010/main" val="858864079"/>
              </p:ext>
            </p:extLst>
          </p:nvPr>
        </p:nvGraphicFramePr>
        <p:xfrm>
          <a:off x="1680518" y="1780817"/>
          <a:ext cx="7595458" cy="34747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1" name="Diagram 10">
            <a:extLst>
              <a:ext uri="{FF2B5EF4-FFF2-40B4-BE49-F238E27FC236}">
                <a16:creationId xmlns:a16="http://schemas.microsoft.com/office/drawing/2014/main" id="{77819D62-63E1-0E89-D5CF-47499FAE88E5}"/>
              </a:ext>
            </a:extLst>
          </p:cNvPr>
          <p:cNvGraphicFramePr/>
          <p:nvPr/>
        </p:nvGraphicFramePr>
        <p:xfrm>
          <a:off x="9170542" y="627648"/>
          <a:ext cx="2719109" cy="2306338"/>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12" name="Arrow: Right 11">
            <a:extLst>
              <a:ext uri="{FF2B5EF4-FFF2-40B4-BE49-F238E27FC236}">
                <a16:creationId xmlns:a16="http://schemas.microsoft.com/office/drawing/2014/main" id="{6CE6D911-1F03-1853-0262-33AAB0B3766C}"/>
              </a:ext>
            </a:extLst>
          </p:cNvPr>
          <p:cNvSpPr/>
          <p:nvPr/>
        </p:nvSpPr>
        <p:spPr>
          <a:xfrm rot="20599174">
            <a:off x="8206973" y="1558604"/>
            <a:ext cx="632191" cy="4242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8F603649-09A6-BDB1-C033-ABF3C8DD879C}"/>
              </a:ext>
            </a:extLst>
          </p:cNvPr>
          <p:cNvGrpSpPr/>
          <p:nvPr/>
        </p:nvGrpSpPr>
        <p:grpSpPr>
          <a:xfrm>
            <a:off x="138472" y="2739125"/>
            <a:ext cx="1062689" cy="733774"/>
            <a:chOff x="138472" y="2739125"/>
            <a:chExt cx="1062689" cy="733774"/>
          </a:xfrm>
        </p:grpSpPr>
        <p:sp>
          <p:nvSpPr>
            <p:cNvPr id="3" name="Left Brace 2">
              <a:extLst>
                <a:ext uri="{FF2B5EF4-FFF2-40B4-BE49-F238E27FC236}">
                  <a16:creationId xmlns:a16="http://schemas.microsoft.com/office/drawing/2014/main" id="{EA86042B-B988-C747-796D-F7D3AC3B049A}"/>
                </a:ext>
              </a:extLst>
            </p:cNvPr>
            <p:cNvSpPr/>
            <p:nvPr/>
          </p:nvSpPr>
          <p:spPr>
            <a:xfrm rot="20996610">
              <a:off x="801544" y="2739125"/>
              <a:ext cx="399617" cy="733774"/>
            </a:xfrm>
            <a:prstGeom prst="leftBrace">
              <a:avLst>
                <a:gd name="adj1" fmla="val 8333"/>
                <a:gd name="adj2" fmla="val 49175"/>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FA4B09E4-046F-F24E-86CE-FD9014FC2DB8}"/>
                </a:ext>
              </a:extLst>
            </p:cNvPr>
            <p:cNvSpPr txBox="1"/>
            <p:nvPr/>
          </p:nvSpPr>
          <p:spPr>
            <a:xfrm rot="21074301">
              <a:off x="138472" y="3024972"/>
              <a:ext cx="615553" cy="276999"/>
            </a:xfrm>
            <a:prstGeom prst="rect">
              <a:avLst/>
            </a:prstGeom>
            <a:noFill/>
          </p:spPr>
          <p:txBody>
            <a:bodyPr wrap="none" lIns="0" tIns="0" rIns="0" bIns="0" rtlCol="0">
              <a:spAutoFit/>
            </a:bodyPr>
            <a:lstStyle/>
            <a:p>
              <a:pPr algn="l">
                <a:spcBef>
                  <a:spcPts val="1000"/>
                </a:spcBef>
              </a:pPr>
              <a:r>
                <a:rPr lang="en-US" dirty="0">
                  <a:latin typeface="Arial" panose="020B0604020202020204" pitchFamily="34" charset="0"/>
                  <a:cs typeface="Arial" panose="020B0604020202020204" pitchFamily="34" charset="0"/>
                </a:rPr>
                <a:t>ingest</a:t>
              </a:r>
            </a:p>
          </p:txBody>
        </p:sp>
      </p:grpSp>
      <p:grpSp>
        <p:nvGrpSpPr>
          <p:cNvPr id="10" name="Group 9">
            <a:extLst>
              <a:ext uri="{FF2B5EF4-FFF2-40B4-BE49-F238E27FC236}">
                <a16:creationId xmlns:a16="http://schemas.microsoft.com/office/drawing/2014/main" id="{A8F89AD7-1459-402B-F719-29D633DDF5A4}"/>
              </a:ext>
            </a:extLst>
          </p:cNvPr>
          <p:cNvGrpSpPr/>
          <p:nvPr/>
        </p:nvGrpSpPr>
        <p:grpSpPr>
          <a:xfrm>
            <a:off x="114874" y="3954562"/>
            <a:ext cx="1286997" cy="733774"/>
            <a:chOff x="-85836" y="2739125"/>
            <a:chExt cx="1286997" cy="733774"/>
          </a:xfrm>
        </p:grpSpPr>
        <p:sp>
          <p:nvSpPr>
            <p:cNvPr id="13" name="Left Brace 12">
              <a:extLst>
                <a:ext uri="{FF2B5EF4-FFF2-40B4-BE49-F238E27FC236}">
                  <a16:creationId xmlns:a16="http://schemas.microsoft.com/office/drawing/2014/main" id="{C264957F-7DBD-5A67-B555-077D9A10228B}"/>
                </a:ext>
              </a:extLst>
            </p:cNvPr>
            <p:cNvSpPr/>
            <p:nvPr/>
          </p:nvSpPr>
          <p:spPr>
            <a:xfrm rot="20996610">
              <a:off x="801544" y="2739125"/>
              <a:ext cx="399617" cy="733774"/>
            </a:xfrm>
            <a:prstGeom prst="leftBrace">
              <a:avLst>
                <a:gd name="adj1" fmla="val 8333"/>
                <a:gd name="adj2" fmla="val 49175"/>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62103E52-4E0D-F6DB-670D-C6180EEC03AA}"/>
                </a:ext>
              </a:extLst>
            </p:cNvPr>
            <p:cNvSpPr txBox="1"/>
            <p:nvPr/>
          </p:nvSpPr>
          <p:spPr>
            <a:xfrm rot="21074301">
              <a:off x="-85836" y="3027911"/>
              <a:ext cx="1026036" cy="276999"/>
            </a:xfrm>
            <a:prstGeom prst="rect">
              <a:avLst/>
            </a:prstGeom>
            <a:noFill/>
          </p:spPr>
          <p:txBody>
            <a:bodyPr wrap="square" lIns="0" tIns="0" rIns="0" bIns="0" rtlCol="0">
              <a:spAutoFit/>
            </a:bodyPr>
            <a:lstStyle/>
            <a:p>
              <a:pPr algn="l">
                <a:spcBef>
                  <a:spcPts val="1000"/>
                </a:spcBef>
              </a:pPr>
              <a:r>
                <a:rPr lang="en-US" dirty="0">
                  <a:latin typeface="Arial" panose="020B0604020202020204" pitchFamily="34" charset="0"/>
                  <a:cs typeface="Arial" panose="020B0604020202020204" pitchFamily="34" charset="0"/>
                </a:rPr>
                <a:t>Real-time</a:t>
              </a:r>
            </a:p>
          </p:txBody>
        </p:sp>
      </p:grpSp>
    </p:spTree>
    <p:extLst>
      <p:ext uri="{BB962C8B-B14F-4D97-AF65-F5344CB8AC3E}">
        <p14:creationId xmlns:p14="http://schemas.microsoft.com/office/powerpoint/2010/main" val="37120763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3E26E-7F68-2A12-6882-3F648649B6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D38779-F4A9-C78C-3DA9-523FA7438AF0}"/>
              </a:ext>
            </a:extLst>
          </p:cNvPr>
          <p:cNvSpPr>
            <a:spLocks noGrp="1"/>
          </p:cNvSpPr>
          <p:nvPr>
            <p:ph type="title"/>
          </p:nvPr>
        </p:nvSpPr>
        <p:spPr/>
        <p:txBody>
          <a:bodyPr/>
          <a:lstStyle/>
          <a:p>
            <a:r>
              <a:rPr lang="en-US" dirty="0"/>
              <a:t>RAG Pipeline</a:t>
            </a:r>
          </a:p>
        </p:txBody>
      </p:sp>
      <p:graphicFrame>
        <p:nvGraphicFramePr>
          <p:cNvPr id="4" name="Content Placeholder 3">
            <a:extLst>
              <a:ext uri="{FF2B5EF4-FFF2-40B4-BE49-F238E27FC236}">
                <a16:creationId xmlns:a16="http://schemas.microsoft.com/office/drawing/2014/main" id="{15A8EEFF-50D4-49A7-4FA6-BBF30B34238E}"/>
              </a:ext>
            </a:extLst>
          </p:cNvPr>
          <p:cNvGraphicFramePr>
            <a:graphicFrameLocks noGrp="1"/>
          </p:cNvGraphicFramePr>
          <p:nvPr>
            <p:ph idx="1"/>
          </p:nvPr>
        </p:nvGraphicFramePr>
        <p:xfrm>
          <a:off x="1362739" y="576894"/>
          <a:ext cx="7215653" cy="34747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3">
            <a:extLst>
              <a:ext uri="{FF2B5EF4-FFF2-40B4-BE49-F238E27FC236}">
                <a16:creationId xmlns:a16="http://schemas.microsoft.com/office/drawing/2014/main" id="{77DDEC49-7A17-3AE2-370E-28BCCBBBA1C7}"/>
              </a:ext>
            </a:extLst>
          </p:cNvPr>
          <p:cNvGraphicFramePr>
            <a:graphicFrameLocks/>
          </p:cNvGraphicFramePr>
          <p:nvPr>
            <p:extLst>
              <p:ext uri="{D42A27DB-BD31-4B8C-83A1-F6EECF244321}">
                <p14:modId xmlns:p14="http://schemas.microsoft.com/office/powerpoint/2010/main" val="2205428238"/>
              </p:ext>
            </p:extLst>
          </p:nvPr>
        </p:nvGraphicFramePr>
        <p:xfrm>
          <a:off x="1680518" y="1780817"/>
          <a:ext cx="7595458" cy="34747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1" name="Diagram 10">
            <a:extLst>
              <a:ext uri="{FF2B5EF4-FFF2-40B4-BE49-F238E27FC236}">
                <a16:creationId xmlns:a16="http://schemas.microsoft.com/office/drawing/2014/main" id="{E547FAEC-D7F6-9845-B943-B839331722A9}"/>
              </a:ext>
            </a:extLst>
          </p:cNvPr>
          <p:cNvGraphicFramePr/>
          <p:nvPr/>
        </p:nvGraphicFramePr>
        <p:xfrm>
          <a:off x="9170542" y="627648"/>
          <a:ext cx="2719109" cy="2306338"/>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12" name="Arrow: Right 11">
            <a:extLst>
              <a:ext uri="{FF2B5EF4-FFF2-40B4-BE49-F238E27FC236}">
                <a16:creationId xmlns:a16="http://schemas.microsoft.com/office/drawing/2014/main" id="{616D3706-402F-65B8-597E-380F2D7C5770}"/>
              </a:ext>
            </a:extLst>
          </p:cNvPr>
          <p:cNvSpPr/>
          <p:nvPr/>
        </p:nvSpPr>
        <p:spPr>
          <a:xfrm rot="20599174">
            <a:off x="8206973" y="1558604"/>
            <a:ext cx="632191" cy="4242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D4C0E7EA-2A87-5722-F513-644AF3DDC8D0}"/>
              </a:ext>
            </a:extLst>
          </p:cNvPr>
          <p:cNvGrpSpPr/>
          <p:nvPr/>
        </p:nvGrpSpPr>
        <p:grpSpPr>
          <a:xfrm>
            <a:off x="138472" y="2739125"/>
            <a:ext cx="1062689" cy="733774"/>
            <a:chOff x="138472" y="2739125"/>
            <a:chExt cx="1062689" cy="733774"/>
          </a:xfrm>
        </p:grpSpPr>
        <p:sp>
          <p:nvSpPr>
            <p:cNvPr id="6" name="Left Brace 5">
              <a:extLst>
                <a:ext uri="{FF2B5EF4-FFF2-40B4-BE49-F238E27FC236}">
                  <a16:creationId xmlns:a16="http://schemas.microsoft.com/office/drawing/2014/main" id="{7FDF49C0-B110-AF70-D852-AD1926D39A1E}"/>
                </a:ext>
              </a:extLst>
            </p:cNvPr>
            <p:cNvSpPr/>
            <p:nvPr/>
          </p:nvSpPr>
          <p:spPr>
            <a:xfrm rot="20996610">
              <a:off x="801544" y="2739125"/>
              <a:ext cx="399617" cy="733774"/>
            </a:xfrm>
            <a:prstGeom prst="leftBrace">
              <a:avLst>
                <a:gd name="adj1" fmla="val 8333"/>
                <a:gd name="adj2" fmla="val 49175"/>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67894151-524D-526F-9366-3729BB37E699}"/>
                </a:ext>
              </a:extLst>
            </p:cNvPr>
            <p:cNvSpPr txBox="1"/>
            <p:nvPr/>
          </p:nvSpPr>
          <p:spPr>
            <a:xfrm rot="21074301">
              <a:off x="138472" y="3024972"/>
              <a:ext cx="615553" cy="276999"/>
            </a:xfrm>
            <a:prstGeom prst="rect">
              <a:avLst/>
            </a:prstGeom>
            <a:noFill/>
          </p:spPr>
          <p:txBody>
            <a:bodyPr wrap="none" lIns="0" tIns="0" rIns="0" bIns="0" rtlCol="0">
              <a:spAutoFit/>
            </a:bodyPr>
            <a:lstStyle/>
            <a:p>
              <a:pPr algn="l">
                <a:spcBef>
                  <a:spcPts val="1000"/>
                </a:spcBef>
              </a:pPr>
              <a:r>
                <a:rPr lang="en-US" dirty="0">
                  <a:latin typeface="Arial" panose="020B0604020202020204" pitchFamily="34" charset="0"/>
                  <a:cs typeface="Arial" panose="020B0604020202020204" pitchFamily="34" charset="0"/>
                </a:rPr>
                <a:t>ingest</a:t>
              </a:r>
            </a:p>
          </p:txBody>
        </p:sp>
      </p:grpSp>
      <p:grpSp>
        <p:nvGrpSpPr>
          <p:cNvPr id="8" name="Group 7">
            <a:extLst>
              <a:ext uri="{FF2B5EF4-FFF2-40B4-BE49-F238E27FC236}">
                <a16:creationId xmlns:a16="http://schemas.microsoft.com/office/drawing/2014/main" id="{7FC7A7BA-8A8D-7424-2271-3C02ECEA0764}"/>
              </a:ext>
            </a:extLst>
          </p:cNvPr>
          <p:cNvGrpSpPr/>
          <p:nvPr/>
        </p:nvGrpSpPr>
        <p:grpSpPr>
          <a:xfrm>
            <a:off x="114874" y="3954562"/>
            <a:ext cx="1286997" cy="733774"/>
            <a:chOff x="-85836" y="2739125"/>
            <a:chExt cx="1286997" cy="733774"/>
          </a:xfrm>
        </p:grpSpPr>
        <p:sp>
          <p:nvSpPr>
            <p:cNvPr id="9" name="Left Brace 8">
              <a:extLst>
                <a:ext uri="{FF2B5EF4-FFF2-40B4-BE49-F238E27FC236}">
                  <a16:creationId xmlns:a16="http://schemas.microsoft.com/office/drawing/2014/main" id="{45D08C53-6748-D84F-67C9-861E77D56306}"/>
                </a:ext>
              </a:extLst>
            </p:cNvPr>
            <p:cNvSpPr/>
            <p:nvPr/>
          </p:nvSpPr>
          <p:spPr>
            <a:xfrm rot="20996610">
              <a:off x="801544" y="2739125"/>
              <a:ext cx="399617" cy="733774"/>
            </a:xfrm>
            <a:prstGeom prst="leftBrace">
              <a:avLst>
                <a:gd name="adj1" fmla="val 8333"/>
                <a:gd name="adj2" fmla="val 49175"/>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AB544BB8-F188-D04A-B57B-DF12E5D29D77}"/>
                </a:ext>
              </a:extLst>
            </p:cNvPr>
            <p:cNvSpPr txBox="1"/>
            <p:nvPr/>
          </p:nvSpPr>
          <p:spPr>
            <a:xfrm rot="21074301">
              <a:off x="-85836" y="3027911"/>
              <a:ext cx="1026036" cy="276999"/>
            </a:xfrm>
            <a:prstGeom prst="rect">
              <a:avLst/>
            </a:prstGeom>
            <a:noFill/>
          </p:spPr>
          <p:txBody>
            <a:bodyPr wrap="square" lIns="0" tIns="0" rIns="0" bIns="0" rtlCol="0">
              <a:spAutoFit/>
            </a:bodyPr>
            <a:lstStyle/>
            <a:p>
              <a:pPr algn="l">
                <a:spcBef>
                  <a:spcPts val="1000"/>
                </a:spcBef>
              </a:pPr>
              <a:r>
                <a:rPr lang="en-US" dirty="0">
                  <a:latin typeface="Arial" panose="020B0604020202020204" pitchFamily="34" charset="0"/>
                  <a:cs typeface="Arial" panose="020B0604020202020204" pitchFamily="34" charset="0"/>
                </a:rPr>
                <a:t>Real-time</a:t>
              </a:r>
            </a:p>
          </p:txBody>
        </p:sp>
      </p:grpSp>
    </p:spTree>
    <p:extLst>
      <p:ext uri="{BB962C8B-B14F-4D97-AF65-F5344CB8AC3E}">
        <p14:creationId xmlns:p14="http://schemas.microsoft.com/office/powerpoint/2010/main" val="9755293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663A3-9951-8024-23A1-4B3128E259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0C5532-5DDF-A000-1A72-16DE528571D0}"/>
              </a:ext>
            </a:extLst>
          </p:cNvPr>
          <p:cNvSpPr>
            <a:spLocks noGrp="1"/>
          </p:cNvSpPr>
          <p:nvPr>
            <p:ph type="title"/>
          </p:nvPr>
        </p:nvSpPr>
        <p:spPr/>
        <p:txBody>
          <a:bodyPr/>
          <a:lstStyle/>
          <a:p>
            <a:r>
              <a:rPr lang="en-US" dirty="0"/>
              <a:t>RAG Pipeline</a:t>
            </a:r>
          </a:p>
        </p:txBody>
      </p:sp>
      <p:graphicFrame>
        <p:nvGraphicFramePr>
          <p:cNvPr id="4" name="Content Placeholder 3">
            <a:extLst>
              <a:ext uri="{FF2B5EF4-FFF2-40B4-BE49-F238E27FC236}">
                <a16:creationId xmlns:a16="http://schemas.microsoft.com/office/drawing/2014/main" id="{E23E4502-137C-A0C6-B468-2885F888C091}"/>
              </a:ext>
            </a:extLst>
          </p:cNvPr>
          <p:cNvGraphicFramePr>
            <a:graphicFrameLocks noGrp="1"/>
          </p:cNvGraphicFramePr>
          <p:nvPr>
            <p:ph idx="1"/>
          </p:nvPr>
        </p:nvGraphicFramePr>
        <p:xfrm>
          <a:off x="1362739" y="576894"/>
          <a:ext cx="7215653" cy="34747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3">
            <a:extLst>
              <a:ext uri="{FF2B5EF4-FFF2-40B4-BE49-F238E27FC236}">
                <a16:creationId xmlns:a16="http://schemas.microsoft.com/office/drawing/2014/main" id="{95238E39-29AD-C15E-B58F-AEFD3EDCAFD5}"/>
              </a:ext>
            </a:extLst>
          </p:cNvPr>
          <p:cNvGraphicFramePr>
            <a:graphicFrameLocks/>
          </p:cNvGraphicFramePr>
          <p:nvPr>
            <p:extLst>
              <p:ext uri="{D42A27DB-BD31-4B8C-83A1-F6EECF244321}">
                <p14:modId xmlns:p14="http://schemas.microsoft.com/office/powerpoint/2010/main" val="1131956273"/>
              </p:ext>
            </p:extLst>
          </p:nvPr>
        </p:nvGraphicFramePr>
        <p:xfrm>
          <a:off x="1680518" y="1780817"/>
          <a:ext cx="7595458" cy="34747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1" name="Diagram 10">
            <a:extLst>
              <a:ext uri="{FF2B5EF4-FFF2-40B4-BE49-F238E27FC236}">
                <a16:creationId xmlns:a16="http://schemas.microsoft.com/office/drawing/2014/main" id="{3D0E47C0-EA81-008C-D0FC-EBFF8C4D6125}"/>
              </a:ext>
            </a:extLst>
          </p:cNvPr>
          <p:cNvGraphicFramePr/>
          <p:nvPr/>
        </p:nvGraphicFramePr>
        <p:xfrm>
          <a:off x="9170542" y="627648"/>
          <a:ext cx="2719109" cy="2306338"/>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12" name="Arrow: Right 11">
            <a:extLst>
              <a:ext uri="{FF2B5EF4-FFF2-40B4-BE49-F238E27FC236}">
                <a16:creationId xmlns:a16="http://schemas.microsoft.com/office/drawing/2014/main" id="{A59117E4-764E-830D-7744-AF1DC0DFFB56}"/>
              </a:ext>
            </a:extLst>
          </p:cNvPr>
          <p:cNvSpPr/>
          <p:nvPr/>
        </p:nvSpPr>
        <p:spPr>
          <a:xfrm rot="20599174">
            <a:off x="8206973" y="1558604"/>
            <a:ext cx="632191" cy="4242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EE5AE155-1532-DCBD-C06B-116FDAC703F4}"/>
              </a:ext>
            </a:extLst>
          </p:cNvPr>
          <p:cNvSpPr/>
          <p:nvPr/>
        </p:nvSpPr>
        <p:spPr>
          <a:xfrm rot="9522189">
            <a:off x="8880002" y="2589075"/>
            <a:ext cx="632191" cy="4242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43D8E8B2-9154-CBA2-5481-778AAC162F45}"/>
              </a:ext>
            </a:extLst>
          </p:cNvPr>
          <p:cNvGrpSpPr/>
          <p:nvPr/>
        </p:nvGrpSpPr>
        <p:grpSpPr>
          <a:xfrm>
            <a:off x="138472" y="2739125"/>
            <a:ext cx="1062689" cy="733774"/>
            <a:chOff x="138472" y="2739125"/>
            <a:chExt cx="1062689" cy="733774"/>
          </a:xfrm>
        </p:grpSpPr>
        <p:sp>
          <p:nvSpPr>
            <p:cNvPr id="7" name="Left Brace 6">
              <a:extLst>
                <a:ext uri="{FF2B5EF4-FFF2-40B4-BE49-F238E27FC236}">
                  <a16:creationId xmlns:a16="http://schemas.microsoft.com/office/drawing/2014/main" id="{669627B6-6A58-E2EF-0554-C365F94A0152}"/>
                </a:ext>
              </a:extLst>
            </p:cNvPr>
            <p:cNvSpPr/>
            <p:nvPr/>
          </p:nvSpPr>
          <p:spPr>
            <a:xfrm rot="20996610">
              <a:off x="801544" y="2739125"/>
              <a:ext cx="399617" cy="733774"/>
            </a:xfrm>
            <a:prstGeom prst="leftBrace">
              <a:avLst>
                <a:gd name="adj1" fmla="val 8333"/>
                <a:gd name="adj2" fmla="val 49175"/>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772E9D4F-176D-94FC-4951-3CB8E1AE9DF1}"/>
                </a:ext>
              </a:extLst>
            </p:cNvPr>
            <p:cNvSpPr txBox="1"/>
            <p:nvPr/>
          </p:nvSpPr>
          <p:spPr>
            <a:xfrm rot="21074301">
              <a:off x="138472" y="3024972"/>
              <a:ext cx="615553" cy="276999"/>
            </a:xfrm>
            <a:prstGeom prst="rect">
              <a:avLst/>
            </a:prstGeom>
            <a:noFill/>
          </p:spPr>
          <p:txBody>
            <a:bodyPr wrap="none" lIns="0" tIns="0" rIns="0" bIns="0" rtlCol="0">
              <a:spAutoFit/>
            </a:bodyPr>
            <a:lstStyle/>
            <a:p>
              <a:pPr algn="l">
                <a:spcBef>
                  <a:spcPts val="1000"/>
                </a:spcBef>
              </a:pPr>
              <a:r>
                <a:rPr lang="en-US" dirty="0">
                  <a:latin typeface="Arial" panose="020B0604020202020204" pitchFamily="34" charset="0"/>
                  <a:cs typeface="Arial" panose="020B0604020202020204" pitchFamily="34" charset="0"/>
                </a:rPr>
                <a:t>ingest</a:t>
              </a:r>
            </a:p>
          </p:txBody>
        </p:sp>
      </p:grpSp>
      <p:grpSp>
        <p:nvGrpSpPr>
          <p:cNvPr id="9" name="Group 8">
            <a:extLst>
              <a:ext uri="{FF2B5EF4-FFF2-40B4-BE49-F238E27FC236}">
                <a16:creationId xmlns:a16="http://schemas.microsoft.com/office/drawing/2014/main" id="{5F6B6CD1-C2F6-A160-A299-C0AE8C7F0721}"/>
              </a:ext>
            </a:extLst>
          </p:cNvPr>
          <p:cNvGrpSpPr/>
          <p:nvPr/>
        </p:nvGrpSpPr>
        <p:grpSpPr>
          <a:xfrm>
            <a:off x="114874" y="3954562"/>
            <a:ext cx="1286997" cy="733774"/>
            <a:chOff x="-85836" y="2739125"/>
            <a:chExt cx="1286997" cy="733774"/>
          </a:xfrm>
        </p:grpSpPr>
        <p:sp>
          <p:nvSpPr>
            <p:cNvPr id="10" name="Left Brace 9">
              <a:extLst>
                <a:ext uri="{FF2B5EF4-FFF2-40B4-BE49-F238E27FC236}">
                  <a16:creationId xmlns:a16="http://schemas.microsoft.com/office/drawing/2014/main" id="{E43E01C7-6B23-05CC-04B9-4F7885A136F8}"/>
                </a:ext>
              </a:extLst>
            </p:cNvPr>
            <p:cNvSpPr/>
            <p:nvPr/>
          </p:nvSpPr>
          <p:spPr>
            <a:xfrm rot="20996610">
              <a:off x="801544" y="2739125"/>
              <a:ext cx="399617" cy="733774"/>
            </a:xfrm>
            <a:prstGeom prst="leftBrace">
              <a:avLst>
                <a:gd name="adj1" fmla="val 8333"/>
                <a:gd name="adj2" fmla="val 49175"/>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D475347D-40C6-0AF3-D1F1-3DEA33A0FC53}"/>
                </a:ext>
              </a:extLst>
            </p:cNvPr>
            <p:cNvSpPr txBox="1"/>
            <p:nvPr/>
          </p:nvSpPr>
          <p:spPr>
            <a:xfrm rot="21074301">
              <a:off x="-85836" y="3027911"/>
              <a:ext cx="1026036" cy="276999"/>
            </a:xfrm>
            <a:prstGeom prst="rect">
              <a:avLst/>
            </a:prstGeom>
            <a:noFill/>
          </p:spPr>
          <p:txBody>
            <a:bodyPr wrap="square" lIns="0" tIns="0" rIns="0" bIns="0" rtlCol="0">
              <a:spAutoFit/>
            </a:bodyPr>
            <a:lstStyle/>
            <a:p>
              <a:pPr algn="l">
                <a:spcBef>
                  <a:spcPts val="1000"/>
                </a:spcBef>
              </a:pPr>
              <a:r>
                <a:rPr lang="en-US" dirty="0">
                  <a:latin typeface="Arial" panose="020B0604020202020204" pitchFamily="34" charset="0"/>
                  <a:cs typeface="Arial" panose="020B0604020202020204" pitchFamily="34" charset="0"/>
                </a:rPr>
                <a:t>Real-time</a:t>
              </a:r>
            </a:p>
          </p:txBody>
        </p:sp>
      </p:grpSp>
    </p:spTree>
    <p:extLst>
      <p:ext uri="{BB962C8B-B14F-4D97-AF65-F5344CB8AC3E}">
        <p14:creationId xmlns:p14="http://schemas.microsoft.com/office/powerpoint/2010/main" val="35725726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7874B-85EA-6B6A-4D35-58124726F5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42725B-4A80-4339-90E6-4F33A685D9E6}"/>
              </a:ext>
            </a:extLst>
          </p:cNvPr>
          <p:cNvSpPr>
            <a:spLocks noGrp="1"/>
          </p:cNvSpPr>
          <p:nvPr>
            <p:ph type="title"/>
          </p:nvPr>
        </p:nvSpPr>
        <p:spPr/>
        <p:txBody>
          <a:bodyPr/>
          <a:lstStyle/>
          <a:p>
            <a:r>
              <a:rPr lang="en-US" dirty="0"/>
              <a:t>RAG Pipeline</a:t>
            </a:r>
          </a:p>
        </p:txBody>
      </p:sp>
      <p:graphicFrame>
        <p:nvGraphicFramePr>
          <p:cNvPr id="4" name="Content Placeholder 3">
            <a:extLst>
              <a:ext uri="{FF2B5EF4-FFF2-40B4-BE49-F238E27FC236}">
                <a16:creationId xmlns:a16="http://schemas.microsoft.com/office/drawing/2014/main" id="{5550073E-2620-6F72-1EAF-4814B3865F50}"/>
              </a:ext>
            </a:extLst>
          </p:cNvPr>
          <p:cNvGraphicFramePr>
            <a:graphicFrameLocks noGrp="1"/>
          </p:cNvGraphicFramePr>
          <p:nvPr>
            <p:ph idx="1"/>
            <p:extLst>
              <p:ext uri="{D42A27DB-BD31-4B8C-83A1-F6EECF244321}">
                <p14:modId xmlns:p14="http://schemas.microsoft.com/office/powerpoint/2010/main" val="1964948149"/>
              </p:ext>
            </p:extLst>
          </p:nvPr>
        </p:nvGraphicFramePr>
        <p:xfrm>
          <a:off x="1362739" y="576894"/>
          <a:ext cx="7215653" cy="34747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3">
            <a:extLst>
              <a:ext uri="{FF2B5EF4-FFF2-40B4-BE49-F238E27FC236}">
                <a16:creationId xmlns:a16="http://schemas.microsoft.com/office/drawing/2014/main" id="{3B9A9F59-586B-BD0C-EEF7-554E8D2EA94E}"/>
              </a:ext>
            </a:extLst>
          </p:cNvPr>
          <p:cNvGraphicFramePr>
            <a:graphicFrameLocks/>
          </p:cNvGraphicFramePr>
          <p:nvPr>
            <p:extLst>
              <p:ext uri="{D42A27DB-BD31-4B8C-83A1-F6EECF244321}">
                <p14:modId xmlns:p14="http://schemas.microsoft.com/office/powerpoint/2010/main" val="4151130810"/>
              </p:ext>
            </p:extLst>
          </p:nvPr>
        </p:nvGraphicFramePr>
        <p:xfrm>
          <a:off x="1680518" y="1780817"/>
          <a:ext cx="7595458" cy="34747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0" name="Content Placeholder 3">
            <a:extLst>
              <a:ext uri="{FF2B5EF4-FFF2-40B4-BE49-F238E27FC236}">
                <a16:creationId xmlns:a16="http://schemas.microsoft.com/office/drawing/2014/main" id="{634D7ADA-3A9C-3BD6-4F8F-863664264990}"/>
              </a:ext>
            </a:extLst>
          </p:cNvPr>
          <p:cNvGraphicFramePr>
            <a:graphicFrameLocks/>
          </p:cNvGraphicFramePr>
          <p:nvPr>
            <p:extLst>
              <p:ext uri="{D42A27DB-BD31-4B8C-83A1-F6EECF244321}">
                <p14:modId xmlns:p14="http://schemas.microsoft.com/office/powerpoint/2010/main" val="4159679253"/>
              </p:ext>
            </p:extLst>
          </p:nvPr>
        </p:nvGraphicFramePr>
        <p:xfrm>
          <a:off x="2040951" y="3035431"/>
          <a:ext cx="8139998" cy="355819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11" name="Diagram 10">
            <a:extLst>
              <a:ext uri="{FF2B5EF4-FFF2-40B4-BE49-F238E27FC236}">
                <a16:creationId xmlns:a16="http://schemas.microsoft.com/office/drawing/2014/main" id="{8785C084-CD75-B50F-79A1-831ECBDF4029}"/>
              </a:ext>
            </a:extLst>
          </p:cNvPr>
          <p:cNvGraphicFramePr/>
          <p:nvPr/>
        </p:nvGraphicFramePr>
        <p:xfrm>
          <a:off x="9170542" y="627648"/>
          <a:ext cx="2719109" cy="2306338"/>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12" name="Arrow: Right 11">
            <a:extLst>
              <a:ext uri="{FF2B5EF4-FFF2-40B4-BE49-F238E27FC236}">
                <a16:creationId xmlns:a16="http://schemas.microsoft.com/office/drawing/2014/main" id="{18696CBF-B598-BB90-DD0A-EC1EDF1F98AB}"/>
              </a:ext>
            </a:extLst>
          </p:cNvPr>
          <p:cNvSpPr/>
          <p:nvPr/>
        </p:nvSpPr>
        <p:spPr>
          <a:xfrm rot="20599174">
            <a:off x="8206973" y="1558604"/>
            <a:ext cx="632191" cy="4242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C1D33A7C-4B08-15C8-EF91-8FFE359BD8F6}"/>
              </a:ext>
            </a:extLst>
          </p:cNvPr>
          <p:cNvSpPr/>
          <p:nvPr/>
        </p:nvSpPr>
        <p:spPr>
          <a:xfrm rot="9522189">
            <a:off x="8880002" y="2589075"/>
            <a:ext cx="632191" cy="4242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C4828423-5DAE-5474-8042-FDAFC3154F3F}"/>
              </a:ext>
            </a:extLst>
          </p:cNvPr>
          <p:cNvGrpSpPr/>
          <p:nvPr/>
        </p:nvGrpSpPr>
        <p:grpSpPr>
          <a:xfrm>
            <a:off x="138472" y="2739125"/>
            <a:ext cx="1062689" cy="733774"/>
            <a:chOff x="138472" y="2739125"/>
            <a:chExt cx="1062689" cy="733774"/>
          </a:xfrm>
        </p:grpSpPr>
        <p:sp>
          <p:nvSpPr>
            <p:cNvPr id="6" name="Left Brace 5">
              <a:extLst>
                <a:ext uri="{FF2B5EF4-FFF2-40B4-BE49-F238E27FC236}">
                  <a16:creationId xmlns:a16="http://schemas.microsoft.com/office/drawing/2014/main" id="{B30C56A5-ECDA-8E4D-5153-559029D41F0D}"/>
                </a:ext>
              </a:extLst>
            </p:cNvPr>
            <p:cNvSpPr/>
            <p:nvPr/>
          </p:nvSpPr>
          <p:spPr>
            <a:xfrm rot="20996610">
              <a:off x="801544" y="2739125"/>
              <a:ext cx="399617" cy="733774"/>
            </a:xfrm>
            <a:prstGeom prst="leftBrace">
              <a:avLst>
                <a:gd name="adj1" fmla="val 8333"/>
                <a:gd name="adj2" fmla="val 49175"/>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F9E53655-1C32-B6E7-5189-35C3AB8DCB08}"/>
                </a:ext>
              </a:extLst>
            </p:cNvPr>
            <p:cNvSpPr txBox="1"/>
            <p:nvPr/>
          </p:nvSpPr>
          <p:spPr>
            <a:xfrm rot="21074301">
              <a:off x="138472" y="3024972"/>
              <a:ext cx="615553" cy="276999"/>
            </a:xfrm>
            <a:prstGeom prst="rect">
              <a:avLst/>
            </a:prstGeom>
            <a:noFill/>
          </p:spPr>
          <p:txBody>
            <a:bodyPr wrap="none" lIns="0" tIns="0" rIns="0" bIns="0" rtlCol="0">
              <a:spAutoFit/>
            </a:bodyPr>
            <a:lstStyle/>
            <a:p>
              <a:pPr algn="l">
                <a:spcBef>
                  <a:spcPts val="1000"/>
                </a:spcBef>
              </a:pPr>
              <a:r>
                <a:rPr lang="en-US" dirty="0">
                  <a:latin typeface="Arial" panose="020B0604020202020204" pitchFamily="34" charset="0"/>
                  <a:cs typeface="Arial" panose="020B0604020202020204" pitchFamily="34" charset="0"/>
                </a:rPr>
                <a:t>ingest</a:t>
              </a:r>
            </a:p>
          </p:txBody>
        </p:sp>
      </p:grpSp>
      <p:grpSp>
        <p:nvGrpSpPr>
          <p:cNvPr id="8" name="Group 7">
            <a:extLst>
              <a:ext uri="{FF2B5EF4-FFF2-40B4-BE49-F238E27FC236}">
                <a16:creationId xmlns:a16="http://schemas.microsoft.com/office/drawing/2014/main" id="{8C2E9D02-11F6-8BF2-6279-010EA6A16AFF}"/>
              </a:ext>
            </a:extLst>
          </p:cNvPr>
          <p:cNvGrpSpPr/>
          <p:nvPr/>
        </p:nvGrpSpPr>
        <p:grpSpPr>
          <a:xfrm>
            <a:off x="95506" y="3943768"/>
            <a:ext cx="1429040" cy="2138838"/>
            <a:chOff x="-105204" y="2728331"/>
            <a:chExt cx="1429040" cy="2138838"/>
          </a:xfrm>
        </p:grpSpPr>
        <p:sp>
          <p:nvSpPr>
            <p:cNvPr id="9" name="Left Brace 8">
              <a:extLst>
                <a:ext uri="{FF2B5EF4-FFF2-40B4-BE49-F238E27FC236}">
                  <a16:creationId xmlns:a16="http://schemas.microsoft.com/office/drawing/2014/main" id="{A0ABA20B-6AB1-C857-947E-4BE6CFE45E5E}"/>
                </a:ext>
              </a:extLst>
            </p:cNvPr>
            <p:cNvSpPr/>
            <p:nvPr/>
          </p:nvSpPr>
          <p:spPr>
            <a:xfrm rot="20996610">
              <a:off x="924219" y="2728331"/>
              <a:ext cx="399617" cy="2138838"/>
            </a:xfrm>
            <a:prstGeom prst="leftBrace">
              <a:avLst>
                <a:gd name="adj1" fmla="val 8333"/>
                <a:gd name="adj2" fmla="val 49175"/>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16F793B5-3780-A08B-DBEE-403184D7DF38}"/>
                </a:ext>
              </a:extLst>
            </p:cNvPr>
            <p:cNvSpPr txBox="1"/>
            <p:nvPr/>
          </p:nvSpPr>
          <p:spPr>
            <a:xfrm rot="21074301">
              <a:off x="-105204" y="3717100"/>
              <a:ext cx="1026036" cy="276999"/>
            </a:xfrm>
            <a:prstGeom prst="rect">
              <a:avLst/>
            </a:prstGeom>
            <a:noFill/>
          </p:spPr>
          <p:txBody>
            <a:bodyPr wrap="square" lIns="0" tIns="0" rIns="0" bIns="0" rtlCol="0">
              <a:spAutoFit/>
            </a:bodyPr>
            <a:lstStyle/>
            <a:p>
              <a:pPr algn="l">
                <a:spcBef>
                  <a:spcPts val="1000"/>
                </a:spcBef>
              </a:pPr>
              <a:r>
                <a:rPr lang="en-US" dirty="0">
                  <a:latin typeface="Arial" panose="020B0604020202020204" pitchFamily="34" charset="0"/>
                  <a:cs typeface="Arial" panose="020B0604020202020204" pitchFamily="34" charset="0"/>
                </a:rPr>
                <a:t>Real-time</a:t>
              </a:r>
            </a:p>
          </p:txBody>
        </p:sp>
      </p:grpSp>
    </p:spTree>
    <p:extLst>
      <p:ext uri="{BB962C8B-B14F-4D97-AF65-F5344CB8AC3E}">
        <p14:creationId xmlns:p14="http://schemas.microsoft.com/office/powerpoint/2010/main" val="23335281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70B18-DDEA-E459-7246-078FA228FC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B70588-66DE-81F9-7055-3EB6A24F43C5}"/>
              </a:ext>
            </a:extLst>
          </p:cNvPr>
          <p:cNvSpPr>
            <a:spLocks noGrp="1"/>
          </p:cNvSpPr>
          <p:nvPr>
            <p:ph type="title"/>
          </p:nvPr>
        </p:nvSpPr>
        <p:spPr/>
        <p:txBody>
          <a:bodyPr/>
          <a:lstStyle/>
          <a:p>
            <a:r>
              <a:rPr lang="en-US" dirty="0"/>
              <a:t>RAG Pipeline</a:t>
            </a:r>
          </a:p>
        </p:txBody>
      </p:sp>
      <p:graphicFrame>
        <p:nvGraphicFramePr>
          <p:cNvPr id="4" name="Content Placeholder 3">
            <a:extLst>
              <a:ext uri="{FF2B5EF4-FFF2-40B4-BE49-F238E27FC236}">
                <a16:creationId xmlns:a16="http://schemas.microsoft.com/office/drawing/2014/main" id="{AB2C2B8B-E950-BDFE-4501-58214FC948D2}"/>
              </a:ext>
            </a:extLst>
          </p:cNvPr>
          <p:cNvGraphicFramePr>
            <a:graphicFrameLocks noGrp="1"/>
          </p:cNvGraphicFramePr>
          <p:nvPr>
            <p:ph idx="1"/>
          </p:nvPr>
        </p:nvGraphicFramePr>
        <p:xfrm>
          <a:off x="1362739" y="576894"/>
          <a:ext cx="7215653" cy="34747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3">
            <a:extLst>
              <a:ext uri="{FF2B5EF4-FFF2-40B4-BE49-F238E27FC236}">
                <a16:creationId xmlns:a16="http://schemas.microsoft.com/office/drawing/2014/main" id="{C5D3D2FB-20F1-408B-44CB-30D5A4FCAF88}"/>
              </a:ext>
            </a:extLst>
          </p:cNvPr>
          <p:cNvGraphicFramePr>
            <a:graphicFrameLocks/>
          </p:cNvGraphicFramePr>
          <p:nvPr/>
        </p:nvGraphicFramePr>
        <p:xfrm>
          <a:off x="1680518" y="1780817"/>
          <a:ext cx="7595458" cy="34747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0" name="Content Placeholder 3">
            <a:extLst>
              <a:ext uri="{FF2B5EF4-FFF2-40B4-BE49-F238E27FC236}">
                <a16:creationId xmlns:a16="http://schemas.microsoft.com/office/drawing/2014/main" id="{AB76F4F7-7835-83CD-0FD9-4FD6448CDD8B}"/>
              </a:ext>
            </a:extLst>
          </p:cNvPr>
          <p:cNvGraphicFramePr>
            <a:graphicFrameLocks/>
          </p:cNvGraphicFramePr>
          <p:nvPr>
            <p:extLst>
              <p:ext uri="{D42A27DB-BD31-4B8C-83A1-F6EECF244321}">
                <p14:modId xmlns:p14="http://schemas.microsoft.com/office/powerpoint/2010/main" val="4260341410"/>
              </p:ext>
            </p:extLst>
          </p:nvPr>
        </p:nvGraphicFramePr>
        <p:xfrm>
          <a:off x="2040951" y="3035431"/>
          <a:ext cx="8139998" cy="355819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11" name="Diagram 10">
            <a:extLst>
              <a:ext uri="{FF2B5EF4-FFF2-40B4-BE49-F238E27FC236}">
                <a16:creationId xmlns:a16="http://schemas.microsoft.com/office/drawing/2014/main" id="{B66A5451-3DA4-A665-A644-DB47421EE947}"/>
              </a:ext>
            </a:extLst>
          </p:cNvPr>
          <p:cNvGraphicFramePr/>
          <p:nvPr/>
        </p:nvGraphicFramePr>
        <p:xfrm>
          <a:off x="9170542" y="627648"/>
          <a:ext cx="2719109" cy="2306338"/>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12" name="Arrow: Right 11">
            <a:extLst>
              <a:ext uri="{FF2B5EF4-FFF2-40B4-BE49-F238E27FC236}">
                <a16:creationId xmlns:a16="http://schemas.microsoft.com/office/drawing/2014/main" id="{484FEF4D-1C2A-0AE2-DF22-C1266FB8B950}"/>
              </a:ext>
            </a:extLst>
          </p:cNvPr>
          <p:cNvSpPr/>
          <p:nvPr/>
        </p:nvSpPr>
        <p:spPr>
          <a:xfrm rot="20599174">
            <a:off x="8206973" y="1558604"/>
            <a:ext cx="632191" cy="4242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EA13848F-7033-E771-926B-0A97BB813CFC}"/>
              </a:ext>
            </a:extLst>
          </p:cNvPr>
          <p:cNvSpPr/>
          <p:nvPr/>
        </p:nvSpPr>
        <p:spPr>
          <a:xfrm rot="9522189">
            <a:off x="8880002" y="2589075"/>
            <a:ext cx="632191" cy="4242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623AA33F-7B8A-D06A-B488-A3E647B159E7}"/>
              </a:ext>
            </a:extLst>
          </p:cNvPr>
          <p:cNvGrpSpPr/>
          <p:nvPr/>
        </p:nvGrpSpPr>
        <p:grpSpPr>
          <a:xfrm>
            <a:off x="138472" y="2739125"/>
            <a:ext cx="1062689" cy="733774"/>
            <a:chOff x="138472" y="2739125"/>
            <a:chExt cx="1062689" cy="733774"/>
          </a:xfrm>
        </p:grpSpPr>
        <p:sp>
          <p:nvSpPr>
            <p:cNvPr id="6" name="Left Brace 5">
              <a:extLst>
                <a:ext uri="{FF2B5EF4-FFF2-40B4-BE49-F238E27FC236}">
                  <a16:creationId xmlns:a16="http://schemas.microsoft.com/office/drawing/2014/main" id="{21A74B59-EBB5-654F-2A05-889B8E5F7CFE}"/>
                </a:ext>
              </a:extLst>
            </p:cNvPr>
            <p:cNvSpPr/>
            <p:nvPr/>
          </p:nvSpPr>
          <p:spPr>
            <a:xfrm rot="20996610">
              <a:off x="801544" y="2739125"/>
              <a:ext cx="399617" cy="733774"/>
            </a:xfrm>
            <a:prstGeom prst="leftBrace">
              <a:avLst>
                <a:gd name="adj1" fmla="val 8333"/>
                <a:gd name="adj2" fmla="val 49175"/>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43009B6B-5D6F-3DE0-C501-B6F684D7B08B}"/>
                </a:ext>
              </a:extLst>
            </p:cNvPr>
            <p:cNvSpPr txBox="1"/>
            <p:nvPr/>
          </p:nvSpPr>
          <p:spPr>
            <a:xfrm rot="21074301">
              <a:off x="138472" y="3024972"/>
              <a:ext cx="615553" cy="276999"/>
            </a:xfrm>
            <a:prstGeom prst="rect">
              <a:avLst/>
            </a:prstGeom>
            <a:noFill/>
          </p:spPr>
          <p:txBody>
            <a:bodyPr wrap="none" lIns="0" tIns="0" rIns="0" bIns="0" rtlCol="0">
              <a:spAutoFit/>
            </a:bodyPr>
            <a:lstStyle/>
            <a:p>
              <a:pPr algn="l">
                <a:spcBef>
                  <a:spcPts val="1000"/>
                </a:spcBef>
              </a:pPr>
              <a:r>
                <a:rPr lang="en-US" dirty="0">
                  <a:latin typeface="Arial" panose="020B0604020202020204" pitchFamily="34" charset="0"/>
                  <a:cs typeface="Arial" panose="020B0604020202020204" pitchFamily="34" charset="0"/>
                </a:rPr>
                <a:t>ingest</a:t>
              </a:r>
            </a:p>
          </p:txBody>
        </p:sp>
      </p:grpSp>
    </p:spTree>
    <p:extLst>
      <p:ext uri="{BB962C8B-B14F-4D97-AF65-F5344CB8AC3E}">
        <p14:creationId xmlns:p14="http://schemas.microsoft.com/office/powerpoint/2010/main" val="5489112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412DD-31A9-0272-DE2C-07E30B63A2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347AB5-CA31-C400-3C4F-5C94A9FC4B0D}"/>
              </a:ext>
            </a:extLst>
          </p:cNvPr>
          <p:cNvSpPr>
            <a:spLocks noGrp="1"/>
          </p:cNvSpPr>
          <p:nvPr>
            <p:ph type="title"/>
          </p:nvPr>
        </p:nvSpPr>
        <p:spPr/>
        <p:txBody>
          <a:bodyPr/>
          <a:lstStyle/>
          <a:p>
            <a:r>
              <a:rPr lang="en-US" dirty="0"/>
              <a:t>RAG Pipeline</a:t>
            </a:r>
          </a:p>
        </p:txBody>
      </p:sp>
      <p:graphicFrame>
        <p:nvGraphicFramePr>
          <p:cNvPr id="4" name="Content Placeholder 3">
            <a:extLst>
              <a:ext uri="{FF2B5EF4-FFF2-40B4-BE49-F238E27FC236}">
                <a16:creationId xmlns:a16="http://schemas.microsoft.com/office/drawing/2014/main" id="{D08E57ED-B33F-3E7E-ACE8-E1DEAC967054}"/>
              </a:ext>
            </a:extLst>
          </p:cNvPr>
          <p:cNvGraphicFramePr>
            <a:graphicFrameLocks noGrp="1"/>
          </p:cNvGraphicFramePr>
          <p:nvPr>
            <p:ph idx="1"/>
          </p:nvPr>
        </p:nvGraphicFramePr>
        <p:xfrm>
          <a:off x="1362739" y="576894"/>
          <a:ext cx="7215653" cy="34747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3">
            <a:extLst>
              <a:ext uri="{FF2B5EF4-FFF2-40B4-BE49-F238E27FC236}">
                <a16:creationId xmlns:a16="http://schemas.microsoft.com/office/drawing/2014/main" id="{1285B9D3-07AD-8F1E-9ADC-1E386BAD3B52}"/>
              </a:ext>
            </a:extLst>
          </p:cNvPr>
          <p:cNvGraphicFramePr>
            <a:graphicFrameLocks/>
          </p:cNvGraphicFramePr>
          <p:nvPr/>
        </p:nvGraphicFramePr>
        <p:xfrm>
          <a:off x="1680518" y="1780817"/>
          <a:ext cx="7595458" cy="34747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0" name="Content Placeholder 3">
            <a:extLst>
              <a:ext uri="{FF2B5EF4-FFF2-40B4-BE49-F238E27FC236}">
                <a16:creationId xmlns:a16="http://schemas.microsoft.com/office/drawing/2014/main" id="{5ABB23F4-23B3-5524-1E48-7ECC6A7459F0}"/>
              </a:ext>
            </a:extLst>
          </p:cNvPr>
          <p:cNvGraphicFramePr>
            <a:graphicFrameLocks/>
          </p:cNvGraphicFramePr>
          <p:nvPr>
            <p:extLst>
              <p:ext uri="{D42A27DB-BD31-4B8C-83A1-F6EECF244321}">
                <p14:modId xmlns:p14="http://schemas.microsoft.com/office/powerpoint/2010/main" val="1660103377"/>
              </p:ext>
            </p:extLst>
          </p:nvPr>
        </p:nvGraphicFramePr>
        <p:xfrm>
          <a:off x="2040951" y="3035431"/>
          <a:ext cx="8139998" cy="355819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11" name="Diagram 10">
            <a:extLst>
              <a:ext uri="{FF2B5EF4-FFF2-40B4-BE49-F238E27FC236}">
                <a16:creationId xmlns:a16="http://schemas.microsoft.com/office/drawing/2014/main" id="{9DB3B8CC-9611-83B9-F5F4-2A060135CC77}"/>
              </a:ext>
            </a:extLst>
          </p:cNvPr>
          <p:cNvGraphicFramePr/>
          <p:nvPr>
            <p:extLst>
              <p:ext uri="{D42A27DB-BD31-4B8C-83A1-F6EECF244321}">
                <p14:modId xmlns:p14="http://schemas.microsoft.com/office/powerpoint/2010/main" val="2603114842"/>
              </p:ext>
            </p:extLst>
          </p:nvPr>
        </p:nvGraphicFramePr>
        <p:xfrm>
          <a:off x="9170542" y="627648"/>
          <a:ext cx="2719109" cy="2306338"/>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12" name="Arrow: Right 11">
            <a:extLst>
              <a:ext uri="{FF2B5EF4-FFF2-40B4-BE49-F238E27FC236}">
                <a16:creationId xmlns:a16="http://schemas.microsoft.com/office/drawing/2014/main" id="{195AA1EE-C0FE-A754-6E1F-D46F42C8FC90}"/>
              </a:ext>
            </a:extLst>
          </p:cNvPr>
          <p:cNvSpPr/>
          <p:nvPr/>
        </p:nvSpPr>
        <p:spPr>
          <a:xfrm rot="20599174">
            <a:off x="8206973" y="1558604"/>
            <a:ext cx="632191" cy="4242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C503B88F-E42B-7379-7099-0ADF916EA454}"/>
              </a:ext>
            </a:extLst>
          </p:cNvPr>
          <p:cNvSpPr/>
          <p:nvPr/>
        </p:nvSpPr>
        <p:spPr>
          <a:xfrm rot="9522189">
            <a:off x="8880002" y="2589075"/>
            <a:ext cx="632191" cy="4242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0F4883C-A998-03ED-C093-858B5125512C}"/>
              </a:ext>
            </a:extLst>
          </p:cNvPr>
          <p:cNvSpPr/>
          <p:nvPr/>
        </p:nvSpPr>
        <p:spPr>
          <a:xfrm rot="963306">
            <a:off x="10031220" y="3462350"/>
            <a:ext cx="1877437" cy="923330"/>
          </a:xfrm>
          <a:prstGeom prst="rect">
            <a:avLst/>
          </a:prstGeom>
          <a:noFill/>
          <a:scene3d>
            <a:camera prst="isometricTopUp"/>
            <a:lightRig rig="threePt" dir="t"/>
          </a:scene3d>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cap="none" spc="0" dirty="0">
                <a:ln/>
                <a:solidFill>
                  <a:schemeClr val="accent3"/>
                </a:solidFill>
                <a:effectLst/>
              </a:rPr>
              <a:t>Hello</a:t>
            </a:r>
          </a:p>
        </p:txBody>
      </p:sp>
      <p:sp>
        <p:nvSpPr>
          <p:cNvPr id="7" name="Arrow: Right 6">
            <a:extLst>
              <a:ext uri="{FF2B5EF4-FFF2-40B4-BE49-F238E27FC236}">
                <a16:creationId xmlns:a16="http://schemas.microsoft.com/office/drawing/2014/main" id="{381AA797-B65C-AC63-2FD8-8F5BAC6C03D9}"/>
              </a:ext>
            </a:extLst>
          </p:cNvPr>
          <p:cNvSpPr/>
          <p:nvPr/>
        </p:nvSpPr>
        <p:spPr>
          <a:xfrm rot="1081723">
            <a:off x="9624058" y="3976497"/>
            <a:ext cx="632191" cy="424206"/>
          </a:xfrm>
          <a:prstGeom prst="rightArrow">
            <a:avLst/>
          </a:prstGeom>
          <a:solidFill>
            <a:srgbClr val="92D050"/>
          </a:solidFill>
          <a:scene3d>
            <a:camera prst="isometricTopUp"/>
            <a:lightRig rig="threePt" dir="t"/>
          </a:scene3d>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grpSp>
        <p:nvGrpSpPr>
          <p:cNvPr id="6" name="Group 5">
            <a:extLst>
              <a:ext uri="{FF2B5EF4-FFF2-40B4-BE49-F238E27FC236}">
                <a16:creationId xmlns:a16="http://schemas.microsoft.com/office/drawing/2014/main" id="{768DB219-1EA9-6B93-3076-1FBD735983D5}"/>
              </a:ext>
            </a:extLst>
          </p:cNvPr>
          <p:cNvGrpSpPr/>
          <p:nvPr/>
        </p:nvGrpSpPr>
        <p:grpSpPr>
          <a:xfrm>
            <a:off x="138472" y="2739125"/>
            <a:ext cx="1062689" cy="733774"/>
            <a:chOff x="138472" y="2739125"/>
            <a:chExt cx="1062689" cy="733774"/>
          </a:xfrm>
        </p:grpSpPr>
        <p:sp>
          <p:nvSpPr>
            <p:cNvPr id="8" name="Left Brace 7">
              <a:extLst>
                <a:ext uri="{FF2B5EF4-FFF2-40B4-BE49-F238E27FC236}">
                  <a16:creationId xmlns:a16="http://schemas.microsoft.com/office/drawing/2014/main" id="{2301E524-C92E-28AC-5DEB-2C67317ACF80}"/>
                </a:ext>
              </a:extLst>
            </p:cNvPr>
            <p:cNvSpPr/>
            <p:nvPr/>
          </p:nvSpPr>
          <p:spPr>
            <a:xfrm rot="20996610">
              <a:off x="801544" y="2739125"/>
              <a:ext cx="399617" cy="733774"/>
            </a:xfrm>
            <a:prstGeom prst="leftBrace">
              <a:avLst>
                <a:gd name="adj1" fmla="val 8333"/>
                <a:gd name="adj2" fmla="val 49175"/>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62EA2320-2AAA-6575-0F8D-23045E076578}"/>
                </a:ext>
              </a:extLst>
            </p:cNvPr>
            <p:cNvSpPr txBox="1"/>
            <p:nvPr/>
          </p:nvSpPr>
          <p:spPr>
            <a:xfrm rot="21074301">
              <a:off x="138472" y="3024972"/>
              <a:ext cx="615553" cy="276999"/>
            </a:xfrm>
            <a:prstGeom prst="rect">
              <a:avLst/>
            </a:prstGeom>
            <a:noFill/>
          </p:spPr>
          <p:txBody>
            <a:bodyPr wrap="none" lIns="0" tIns="0" rIns="0" bIns="0" rtlCol="0">
              <a:spAutoFit/>
            </a:bodyPr>
            <a:lstStyle/>
            <a:p>
              <a:pPr algn="l">
                <a:spcBef>
                  <a:spcPts val="1000"/>
                </a:spcBef>
              </a:pPr>
              <a:r>
                <a:rPr lang="en-US" dirty="0">
                  <a:latin typeface="Arial" panose="020B0604020202020204" pitchFamily="34" charset="0"/>
                  <a:cs typeface="Arial" panose="020B0604020202020204" pitchFamily="34" charset="0"/>
                </a:rPr>
                <a:t>ingest</a:t>
              </a:r>
            </a:p>
          </p:txBody>
        </p:sp>
      </p:grpSp>
      <p:grpSp>
        <p:nvGrpSpPr>
          <p:cNvPr id="13" name="Group 12">
            <a:extLst>
              <a:ext uri="{FF2B5EF4-FFF2-40B4-BE49-F238E27FC236}">
                <a16:creationId xmlns:a16="http://schemas.microsoft.com/office/drawing/2014/main" id="{52397779-9231-1397-7E24-C82F9C8F9D88}"/>
              </a:ext>
            </a:extLst>
          </p:cNvPr>
          <p:cNvGrpSpPr/>
          <p:nvPr/>
        </p:nvGrpSpPr>
        <p:grpSpPr>
          <a:xfrm>
            <a:off x="95506" y="3943768"/>
            <a:ext cx="1429040" cy="2138838"/>
            <a:chOff x="-105204" y="2728331"/>
            <a:chExt cx="1429040" cy="2138838"/>
          </a:xfrm>
        </p:grpSpPr>
        <p:sp>
          <p:nvSpPr>
            <p:cNvPr id="15" name="Left Brace 14">
              <a:extLst>
                <a:ext uri="{FF2B5EF4-FFF2-40B4-BE49-F238E27FC236}">
                  <a16:creationId xmlns:a16="http://schemas.microsoft.com/office/drawing/2014/main" id="{FF974F34-80EF-5F25-F83C-7F32F340711B}"/>
                </a:ext>
              </a:extLst>
            </p:cNvPr>
            <p:cNvSpPr/>
            <p:nvPr/>
          </p:nvSpPr>
          <p:spPr>
            <a:xfrm rot="20996610">
              <a:off x="924219" y="2728331"/>
              <a:ext cx="399617" cy="2138838"/>
            </a:xfrm>
            <a:prstGeom prst="leftBrace">
              <a:avLst>
                <a:gd name="adj1" fmla="val 8333"/>
                <a:gd name="adj2" fmla="val 49175"/>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02BDAA24-8265-D6B9-0616-5AFC5604AAA1}"/>
                </a:ext>
              </a:extLst>
            </p:cNvPr>
            <p:cNvSpPr txBox="1"/>
            <p:nvPr/>
          </p:nvSpPr>
          <p:spPr>
            <a:xfrm rot="21074301">
              <a:off x="-105204" y="3717100"/>
              <a:ext cx="1026036" cy="276999"/>
            </a:xfrm>
            <a:prstGeom prst="rect">
              <a:avLst/>
            </a:prstGeom>
            <a:noFill/>
          </p:spPr>
          <p:txBody>
            <a:bodyPr wrap="square" lIns="0" tIns="0" rIns="0" bIns="0" rtlCol="0">
              <a:spAutoFit/>
            </a:bodyPr>
            <a:lstStyle/>
            <a:p>
              <a:pPr algn="l">
                <a:spcBef>
                  <a:spcPts val="1000"/>
                </a:spcBef>
              </a:pPr>
              <a:r>
                <a:rPr lang="en-US" dirty="0">
                  <a:latin typeface="Arial" panose="020B0604020202020204" pitchFamily="34" charset="0"/>
                  <a:cs typeface="Arial" panose="020B0604020202020204" pitchFamily="34" charset="0"/>
                </a:rPr>
                <a:t>Real-time</a:t>
              </a:r>
            </a:p>
          </p:txBody>
        </p:sp>
      </p:grpSp>
    </p:spTree>
    <p:extLst>
      <p:ext uri="{BB962C8B-B14F-4D97-AF65-F5344CB8AC3E}">
        <p14:creationId xmlns:p14="http://schemas.microsoft.com/office/powerpoint/2010/main" val="5734912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06F76-9545-9815-8DE2-90B13614C900}"/>
              </a:ext>
            </a:extLst>
          </p:cNvPr>
          <p:cNvSpPr>
            <a:spLocks noGrp="1"/>
          </p:cNvSpPr>
          <p:nvPr>
            <p:ph type="title"/>
          </p:nvPr>
        </p:nvSpPr>
        <p:spPr/>
        <p:txBody>
          <a:bodyPr/>
          <a:lstStyle/>
          <a:p>
            <a:r>
              <a:rPr lang="en-US" dirty="0"/>
              <a:t>Example</a:t>
            </a:r>
          </a:p>
        </p:txBody>
      </p:sp>
      <p:pic>
        <p:nvPicPr>
          <p:cNvPr id="5" name="Content Placeholder 4">
            <a:extLst>
              <a:ext uri="{FF2B5EF4-FFF2-40B4-BE49-F238E27FC236}">
                <a16:creationId xmlns:a16="http://schemas.microsoft.com/office/drawing/2014/main" id="{4FDA0D95-E01F-2A5F-BAAF-B08E21D452EB}"/>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685800" y="2697872"/>
            <a:ext cx="5211763" cy="2823903"/>
          </a:xfrm>
          <a:prstGeom prst="rect">
            <a:avLst/>
          </a:prstGeom>
        </p:spPr>
      </p:pic>
      <p:pic>
        <p:nvPicPr>
          <p:cNvPr id="9" name="Content Placeholder 8">
            <a:extLst>
              <a:ext uri="{FF2B5EF4-FFF2-40B4-BE49-F238E27FC236}">
                <a16:creationId xmlns:a16="http://schemas.microsoft.com/office/drawing/2014/main" id="{8AD793C9-38E5-840A-D118-9EC4D5A41DE3}"/>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3034544" y="704765"/>
            <a:ext cx="8468608" cy="1335568"/>
          </a:xfrm>
          <a:prstGeom prst="rect">
            <a:avLst/>
          </a:prstGeom>
        </p:spPr>
      </p:pic>
      <p:sp>
        <p:nvSpPr>
          <p:cNvPr id="7" name="TextBox 6">
            <a:extLst>
              <a:ext uri="{FF2B5EF4-FFF2-40B4-BE49-F238E27FC236}">
                <a16:creationId xmlns:a16="http://schemas.microsoft.com/office/drawing/2014/main" id="{1068B157-EB39-3E65-CFD2-8040B67148B1}"/>
              </a:ext>
            </a:extLst>
          </p:cNvPr>
          <p:cNvSpPr txBox="1"/>
          <p:nvPr/>
        </p:nvSpPr>
        <p:spPr>
          <a:xfrm>
            <a:off x="2207900" y="5655128"/>
            <a:ext cx="1856277" cy="430887"/>
          </a:xfrm>
          <a:prstGeom prst="rect">
            <a:avLst/>
          </a:prstGeom>
          <a:noFill/>
        </p:spPr>
        <p:txBody>
          <a:bodyPr wrap="none" lIns="0" tIns="0" rIns="0" bIns="0" rtlCol="0">
            <a:spAutoFit/>
          </a:bodyPr>
          <a:lstStyle/>
          <a:p>
            <a:pPr algn="l">
              <a:spcBef>
                <a:spcPts val="1000"/>
              </a:spcBef>
            </a:pPr>
            <a:r>
              <a:rPr lang="en-US" sz="2800" dirty="0">
                <a:latin typeface="Arial" panose="020B0604020202020204" pitchFamily="34" charset="0"/>
                <a:cs typeface="Arial" panose="020B0604020202020204" pitchFamily="34" charset="0"/>
              </a:rPr>
              <a:t>RAG Ingest</a:t>
            </a:r>
          </a:p>
        </p:txBody>
      </p:sp>
      <p:sp>
        <p:nvSpPr>
          <p:cNvPr id="10" name="TextBox 9">
            <a:extLst>
              <a:ext uri="{FF2B5EF4-FFF2-40B4-BE49-F238E27FC236}">
                <a16:creationId xmlns:a16="http://schemas.microsoft.com/office/drawing/2014/main" id="{87A8B0CD-7BE4-06E6-86D1-A4DE7D653093}"/>
              </a:ext>
            </a:extLst>
          </p:cNvPr>
          <p:cNvSpPr txBox="1"/>
          <p:nvPr/>
        </p:nvSpPr>
        <p:spPr>
          <a:xfrm>
            <a:off x="5798267" y="273878"/>
            <a:ext cx="2377254" cy="430887"/>
          </a:xfrm>
          <a:prstGeom prst="rect">
            <a:avLst/>
          </a:prstGeom>
          <a:noFill/>
        </p:spPr>
        <p:txBody>
          <a:bodyPr wrap="none" lIns="0" tIns="0" rIns="0" bIns="0" rtlCol="0">
            <a:spAutoFit/>
          </a:bodyPr>
          <a:lstStyle/>
          <a:p>
            <a:pPr algn="l">
              <a:spcBef>
                <a:spcPts val="1000"/>
              </a:spcBef>
            </a:pPr>
            <a:r>
              <a:rPr lang="en-US" sz="2800" dirty="0">
                <a:latin typeface="Arial" panose="020B0604020202020204" pitchFamily="34" charset="0"/>
                <a:cs typeface="Arial" panose="020B0604020202020204" pitchFamily="34" charset="0"/>
              </a:rPr>
              <a:t>RAG Inference</a:t>
            </a:r>
          </a:p>
        </p:txBody>
      </p:sp>
      <p:grpSp>
        <p:nvGrpSpPr>
          <p:cNvPr id="13" name="Group 12">
            <a:extLst>
              <a:ext uri="{FF2B5EF4-FFF2-40B4-BE49-F238E27FC236}">
                <a16:creationId xmlns:a16="http://schemas.microsoft.com/office/drawing/2014/main" id="{345C292F-EBC7-8516-A891-6D907536B224}"/>
              </a:ext>
            </a:extLst>
          </p:cNvPr>
          <p:cNvGrpSpPr/>
          <p:nvPr/>
        </p:nvGrpSpPr>
        <p:grpSpPr>
          <a:xfrm>
            <a:off x="5576003" y="2040332"/>
            <a:ext cx="3822524" cy="1244638"/>
            <a:chOff x="5576003" y="2040332"/>
            <a:chExt cx="3822524" cy="1244638"/>
          </a:xfrm>
        </p:grpSpPr>
        <p:sp>
          <p:nvSpPr>
            <p:cNvPr id="11" name="Left Brace 10">
              <a:extLst>
                <a:ext uri="{FF2B5EF4-FFF2-40B4-BE49-F238E27FC236}">
                  <a16:creationId xmlns:a16="http://schemas.microsoft.com/office/drawing/2014/main" id="{7E7D4730-A9CB-A012-308D-1147B8AA3322}"/>
                </a:ext>
              </a:extLst>
            </p:cNvPr>
            <p:cNvSpPr/>
            <p:nvPr/>
          </p:nvSpPr>
          <p:spPr>
            <a:xfrm rot="16200000">
              <a:off x="7141945" y="474390"/>
              <a:ext cx="690639" cy="382252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4A1E9639-39E1-B5AF-1FA6-837B7F5A7034}"/>
                </a:ext>
              </a:extLst>
            </p:cNvPr>
            <p:cNvSpPr txBox="1"/>
            <p:nvPr/>
          </p:nvSpPr>
          <p:spPr>
            <a:xfrm>
              <a:off x="6822498" y="2730972"/>
              <a:ext cx="1329531" cy="553998"/>
            </a:xfrm>
            <a:prstGeom prst="rect">
              <a:avLst/>
            </a:prstGeom>
            <a:noFill/>
          </p:spPr>
          <p:txBody>
            <a:bodyPr wrap="none" lIns="0" tIns="0" rIns="0" bIns="0" rtlCol="0">
              <a:spAutoFit/>
            </a:bodyPr>
            <a:lstStyle/>
            <a:p>
              <a:pPr algn="ctr">
                <a:spcBef>
                  <a:spcPts val="1000"/>
                </a:spcBef>
              </a:pPr>
              <a:r>
                <a:rPr lang="en-US" dirty="0">
                  <a:latin typeface="Arial" panose="020B0604020202020204" pitchFamily="34" charset="0"/>
                  <a:cs typeface="Arial" panose="020B0604020202020204" pitchFamily="34" charset="0"/>
                </a:rPr>
                <a:t>Open </a:t>
              </a:r>
              <a:r>
                <a:rPr lang="en-US" dirty="0" err="1">
                  <a:latin typeface="Arial" panose="020B0604020202020204" pitchFamily="34" charset="0"/>
                  <a:cs typeface="Arial" panose="020B0604020202020204" pitchFamily="34" charset="0"/>
                </a:rPr>
                <a:t>WebUI</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Pipeline</a:t>
              </a:r>
            </a:p>
          </p:txBody>
        </p:sp>
      </p:grpSp>
      <p:pic>
        <p:nvPicPr>
          <p:cNvPr id="14" name="Picture 13" descr="logo">
            <a:extLst>
              <a:ext uri="{FF2B5EF4-FFF2-40B4-BE49-F238E27FC236}">
                <a16:creationId xmlns:a16="http://schemas.microsoft.com/office/drawing/2014/main" id="{EB89AAB1-11E1-9786-37E2-34BA6813BEF5}"/>
              </a:ext>
            </a:extLst>
          </p:cNvPr>
          <p:cNvPicPr>
            <a:picLocks noChangeAspect="1"/>
          </p:cNvPicPr>
          <p:nvPr/>
        </p:nvPicPr>
        <p:blipFill>
          <a:blip r:embed="rId5"/>
          <a:stretch>
            <a:fillRect/>
          </a:stretch>
        </p:blipFill>
        <p:spPr>
          <a:xfrm>
            <a:off x="2758660" y="832561"/>
            <a:ext cx="590553" cy="590553"/>
          </a:xfrm>
          <a:prstGeom prst="rect">
            <a:avLst/>
          </a:prstGeom>
        </p:spPr>
      </p:pic>
      <p:sp>
        <p:nvSpPr>
          <p:cNvPr id="15" name="Rectangle 14">
            <a:extLst>
              <a:ext uri="{FF2B5EF4-FFF2-40B4-BE49-F238E27FC236}">
                <a16:creationId xmlns:a16="http://schemas.microsoft.com/office/drawing/2014/main" id="{52145E4D-F441-7AC3-69AF-CBB7797F1844}"/>
              </a:ext>
            </a:extLst>
          </p:cNvPr>
          <p:cNvSpPr/>
          <p:nvPr/>
        </p:nvSpPr>
        <p:spPr>
          <a:xfrm>
            <a:off x="804672" y="2697872"/>
            <a:ext cx="5092891" cy="3520048"/>
          </a:xfrm>
          <a:prstGeom prst="rect">
            <a:avLst/>
          </a:prstGeom>
          <a:solidFill>
            <a:srgbClr val="A6B2B8">
              <a:alpha val="56078"/>
            </a:srgbClr>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4611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14"/>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BC059-2965-715A-F809-992A9C3CA0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B54E9-2D9E-3B38-4CC5-2416A80682A8}"/>
              </a:ext>
            </a:extLst>
          </p:cNvPr>
          <p:cNvSpPr>
            <a:spLocks noGrp="1"/>
          </p:cNvSpPr>
          <p:nvPr>
            <p:ph type="ctrTitle"/>
          </p:nvPr>
        </p:nvSpPr>
        <p:spPr/>
        <p:txBody>
          <a:bodyPr/>
          <a:lstStyle/>
          <a:p>
            <a:r>
              <a:rPr lang="en-US" b="0" dirty="0"/>
              <a:t>Fine Tuning</a:t>
            </a:r>
          </a:p>
        </p:txBody>
      </p:sp>
      <p:sp>
        <p:nvSpPr>
          <p:cNvPr id="3" name="Text Placeholder 2">
            <a:extLst>
              <a:ext uri="{FF2B5EF4-FFF2-40B4-BE49-F238E27FC236}">
                <a16:creationId xmlns:a16="http://schemas.microsoft.com/office/drawing/2014/main" id="{52B3EA24-F19D-76B2-AC51-30B7861D2B0F}"/>
              </a:ext>
            </a:extLst>
          </p:cNvPr>
          <p:cNvSpPr>
            <a:spLocks noGrp="1"/>
          </p:cNvSpPr>
          <p:nvPr>
            <p:ph type="body" sz="quarter" idx="13"/>
          </p:nvPr>
        </p:nvSpPr>
        <p:spPr/>
        <p:txBody>
          <a:bodyPr/>
          <a:lstStyle/>
          <a:p>
            <a:r>
              <a:rPr lang="en-US" dirty="0"/>
              <a:t>Training without seven figure costs</a:t>
            </a:r>
          </a:p>
        </p:txBody>
      </p:sp>
    </p:spTree>
    <p:extLst>
      <p:ext uri="{BB962C8B-B14F-4D97-AF65-F5344CB8AC3E}">
        <p14:creationId xmlns:p14="http://schemas.microsoft.com/office/powerpoint/2010/main" val="21231632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6E45B-6CBF-F6E3-3B9E-745447388091}"/>
              </a:ext>
            </a:extLst>
          </p:cNvPr>
          <p:cNvSpPr>
            <a:spLocks noGrp="1"/>
          </p:cNvSpPr>
          <p:nvPr>
            <p:ph type="title"/>
          </p:nvPr>
        </p:nvSpPr>
        <p:spPr/>
        <p:txBody>
          <a:bodyPr/>
          <a:lstStyle/>
          <a:p>
            <a:r>
              <a:rPr lang="en-US" dirty="0"/>
              <a:t>Fine Tuning: </a:t>
            </a:r>
            <a:r>
              <a:rPr lang="en-US" dirty="0" err="1"/>
              <a:t>LoRA</a:t>
            </a:r>
            <a:endParaRPr lang="en-US" dirty="0"/>
          </a:p>
        </p:txBody>
      </p:sp>
      <p:sp>
        <p:nvSpPr>
          <p:cNvPr id="3" name="Content Placeholder 2">
            <a:extLst>
              <a:ext uri="{FF2B5EF4-FFF2-40B4-BE49-F238E27FC236}">
                <a16:creationId xmlns:a16="http://schemas.microsoft.com/office/drawing/2014/main" id="{28CEA09E-9FD3-7C9C-0E41-0AE02B116408}"/>
              </a:ext>
            </a:extLst>
          </p:cNvPr>
          <p:cNvSpPr>
            <a:spLocks noGrp="1"/>
          </p:cNvSpPr>
          <p:nvPr>
            <p:ph idx="1"/>
          </p:nvPr>
        </p:nvSpPr>
        <p:spPr/>
        <p:txBody>
          <a:bodyPr/>
          <a:lstStyle/>
          <a:p>
            <a:r>
              <a:rPr lang="en-US" dirty="0"/>
              <a:t>Start with a general base model</a:t>
            </a:r>
          </a:p>
          <a:p>
            <a:r>
              <a:rPr lang="en-US" dirty="0"/>
              <a:t>Specialize it with new data</a:t>
            </a:r>
          </a:p>
          <a:p>
            <a:r>
              <a:rPr lang="en-US" dirty="0"/>
              <a:t>Popular technique: </a:t>
            </a:r>
            <a:r>
              <a:rPr lang="en-US" dirty="0" err="1"/>
              <a:t>LoRA</a:t>
            </a:r>
            <a:endParaRPr lang="en-US" dirty="0"/>
          </a:p>
          <a:p>
            <a:pPr lvl="1"/>
            <a:r>
              <a:rPr lang="en-US" dirty="0"/>
              <a:t>Low Rank Adapters</a:t>
            </a:r>
          </a:p>
          <a:p>
            <a:r>
              <a:rPr lang="en-US" dirty="0"/>
              <a:t>Train with smaller # of vectors in hopes it’ll affect token generation</a:t>
            </a:r>
          </a:p>
          <a:p>
            <a:r>
              <a:rPr lang="en-US" dirty="0"/>
              <a:t>Popular Training Framework: </a:t>
            </a:r>
            <a:r>
              <a:rPr lang="en-US" b="1" dirty="0" err="1"/>
              <a:t>LLaMA</a:t>
            </a:r>
            <a:r>
              <a:rPr lang="en-US" b="1" dirty="0"/>
              <a:t> Factory</a:t>
            </a:r>
          </a:p>
        </p:txBody>
      </p:sp>
    </p:spTree>
    <p:extLst>
      <p:ext uri="{BB962C8B-B14F-4D97-AF65-F5344CB8AC3E}">
        <p14:creationId xmlns:p14="http://schemas.microsoft.com/office/powerpoint/2010/main" val="1345507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C44DF-16C8-3596-E796-8ABEA267AC51}"/>
              </a:ext>
            </a:extLst>
          </p:cNvPr>
          <p:cNvSpPr>
            <a:spLocks noGrp="1"/>
          </p:cNvSpPr>
          <p:nvPr>
            <p:ph type="title"/>
          </p:nvPr>
        </p:nvSpPr>
        <p:spPr/>
        <p:txBody>
          <a:bodyPr/>
          <a:lstStyle/>
          <a:p>
            <a:r>
              <a:rPr lang="en-US" dirty="0" err="1"/>
              <a:t>LLaMA</a:t>
            </a:r>
            <a:r>
              <a:rPr lang="en-US" dirty="0"/>
              <a:t> Factory</a:t>
            </a:r>
          </a:p>
        </p:txBody>
      </p:sp>
      <p:sp>
        <p:nvSpPr>
          <p:cNvPr id="3" name="Content Placeholder 2">
            <a:extLst>
              <a:ext uri="{FF2B5EF4-FFF2-40B4-BE49-F238E27FC236}">
                <a16:creationId xmlns:a16="http://schemas.microsoft.com/office/drawing/2014/main" id="{C565C3F0-F714-F6F6-56F6-97AA4E749EB7}"/>
              </a:ext>
            </a:extLst>
          </p:cNvPr>
          <p:cNvSpPr>
            <a:spLocks noGrp="1"/>
          </p:cNvSpPr>
          <p:nvPr>
            <p:ph idx="1"/>
          </p:nvPr>
        </p:nvSpPr>
        <p:spPr>
          <a:xfrm>
            <a:off x="685800" y="1344168"/>
            <a:ext cx="5888736" cy="4663440"/>
          </a:xfrm>
        </p:spPr>
        <p:txBody>
          <a:bodyPr/>
          <a:lstStyle/>
          <a:p>
            <a:r>
              <a:rPr lang="en-US" dirty="0"/>
              <a:t>To setup fine-tuning:</a:t>
            </a:r>
          </a:p>
          <a:p>
            <a:pPr lvl="1"/>
            <a:r>
              <a:rPr lang="en-US" dirty="0"/>
              <a:t>Prepare a training Dataset</a:t>
            </a:r>
          </a:p>
          <a:p>
            <a:pPr lvl="1"/>
            <a:r>
              <a:rPr lang="en-US" dirty="0" err="1"/>
              <a:t>LLaMA</a:t>
            </a:r>
            <a:r>
              <a:rPr lang="en-US" dirty="0"/>
              <a:t> Factory supports several formats</a:t>
            </a:r>
          </a:p>
          <a:p>
            <a:pPr lvl="1"/>
            <a:r>
              <a:rPr lang="en-US" dirty="0"/>
              <a:t>Alpaca is a popular choice</a:t>
            </a:r>
          </a:p>
          <a:p>
            <a:pPr lvl="1"/>
            <a:r>
              <a:rPr lang="en-US" dirty="0"/>
              <a:t>Choose a base-model in the </a:t>
            </a:r>
            <a:r>
              <a:rPr lang="en-US" dirty="0" err="1"/>
              <a:t>webui</a:t>
            </a:r>
            <a:endParaRPr lang="en-US" dirty="0"/>
          </a:p>
          <a:p>
            <a:pPr lvl="2"/>
            <a:r>
              <a:rPr lang="en-US" dirty="0"/>
              <a:t>Works with certain </a:t>
            </a:r>
            <a:r>
              <a:rPr lang="en-US" dirty="0" err="1"/>
              <a:t>safetensor</a:t>
            </a:r>
            <a:r>
              <a:rPr lang="en-US" dirty="0"/>
              <a:t> base models</a:t>
            </a:r>
          </a:p>
          <a:p>
            <a:pPr lvl="1"/>
            <a:r>
              <a:rPr lang="en-US" dirty="0"/>
              <a:t>Choose the training Dataset </a:t>
            </a:r>
            <a:r>
              <a:rPr lang="en-US" dirty="0" err="1"/>
              <a:t>json</a:t>
            </a:r>
            <a:endParaRPr lang="en-US" dirty="0"/>
          </a:p>
          <a:p>
            <a:pPr lvl="1"/>
            <a:r>
              <a:rPr lang="en-US" dirty="0"/>
              <a:t>Choose the number of </a:t>
            </a:r>
            <a:r>
              <a:rPr lang="en-US" dirty="0" err="1"/>
              <a:t>epocs</a:t>
            </a:r>
            <a:endParaRPr lang="en-US" dirty="0"/>
          </a:p>
          <a:p>
            <a:pPr lvl="1"/>
            <a:r>
              <a:rPr lang="en-US" dirty="0"/>
              <a:t>Training will produce a “lora” folder</a:t>
            </a:r>
          </a:p>
          <a:p>
            <a:pPr lvl="1"/>
            <a:endParaRPr lang="en-US" dirty="0"/>
          </a:p>
        </p:txBody>
      </p:sp>
      <p:sp>
        <p:nvSpPr>
          <p:cNvPr id="10" name="TextBox 9">
            <a:extLst>
              <a:ext uri="{FF2B5EF4-FFF2-40B4-BE49-F238E27FC236}">
                <a16:creationId xmlns:a16="http://schemas.microsoft.com/office/drawing/2014/main" id="{95966570-4F0E-17FC-F568-385F9790B455}"/>
              </a:ext>
            </a:extLst>
          </p:cNvPr>
          <p:cNvSpPr txBox="1"/>
          <p:nvPr/>
        </p:nvSpPr>
        <p:spPr>
          <a:xfrm>
            <a:off x="6097524" y="536350"/>
            <a:ext cx="6094476" cy="1359603"/>
          </a:xfrm>
          <a:prstGeom prst="rect">
            <a:avLst/>
          </a:prstGeom>
          <a:solidFill>
            <a:schemeClr val="tx1">
              <a:lumMod val="95000"/>
              <a:lumOff val="5000"/>
            </a:schemeClr>
          </a:solidFill>
        </p:spPr>
        <p:txBody>
          <a:bodyPr wrap="square">
            <a:spAutoFit/>
          </a:bodyPr>
          <a:lstStyle/>
          <a:p>
            <a:pPr>
              <a:lnSpc>
                <a:spcPct val="113095"/>
              </a:lnSpc>
              <a:buNone/>
            </a:pPr>
            <a:r>
              <a:rPr lang="en-US" sz="1050" b="0" dirty="0">
                <a:solidFill>
                  <a:srgbClr val="BBBEBF"/>
                </a:solidFill>
                <a:effectLst/>
                <a:latin typeface="Consolas" panose="020B0609020204030204" pitchFamily="49" charset="0"/>
              </a:rPr>
              <a:t>{</a:t>
            </a:r>
          </a:p>
          <a:p>
            <a:pPr>
              <a:lnSpc>
                <a:spcPct val="113095"/>
              </a:lnSpc>
              <a:buNone/>
            </a:pPr>
            <a:r>
              <a:rPr lang="en-US" sz="1050" b="0" dirty="0">
                <a:solidFill>
                  <a:srgbClr val="BBBEBF"/>
                </a:solidFill>
                <a:effectLst/>
                <a:latin typeface="Consolas" panose="020B0609020204030204" pitchFamily="49" charset="0"/>
              </a:rPr>
              <a:t>  </a:t>
            </a:r>
            <a:r>
              <a:rPr lang="en-US" sz="1050" b="0" dirty="0">
                <a:solidFill>
                  <a:srgbClr val="7EE787"/>
                </a:solidFill>
                <a:effectLst/>
                <a:latin typeface="Consolas" panose="020B0609020204030204" pitchFamily="49" charset="0"/>
              </a:rPr>
              <a:t>"instruction"</a:t>
            </a:r>
            <a:r>
              <a:rPr lang="en-US" sz="1050" b="0" dirty="0">
                <a:solidFill>
                  <a:srgbClr val="BBBEBF"/>
                </a:solidFill>
                <a:effectLst/>
                <a:latin typeface="Consolas" panose="020B0609020204030204" pitchFamily="49" charset="0"/>
              </a:rPr>
              <a:t>: </a:t>
            </a:r>
            <a:r>
              <a:rPr lang="en-US" sz="1050" b="0" dirty="0">
                <a:solidFill>
                  <a:srgbClr val="A5D6FF"/>
                </a:solidFill>
                <a:effectLst/>
                <a:latin typeface="Consolas" panose="020B0609020204030204" pitchFamily="49" charset="0"/>
              </a:rPr>
              <a:t>"Classify the sentiment of the following customer review as Positive, Negative, or Neutral."</a:t>
            </a:r>
            <a:r>
              <a:rPr lang="en-US" sz="1050" b="0" dirty="0">
                <a:solidFill>
                  <a:srgbClr val="BBBEBF"/>
                </a:solidFill>
                <a:effectLst/>
                <a:latin typeface="Consolas" panose="020B0609020204030204" pitchFamily="49" charset="0"/>
              </a:rPr>
              <a:t>,</a:t>
            </a:r>
          </a:p>
          <a:p>
            <a:pPr>
              <a:lnSpc>
                <a:spcPct val="113095"/>
              </a:lnSpc>
              <a:buNone/>
            </a:pPr>
            <a:r>
              <a:rPr lang="en-US" sz="1050" b="0" dirty="0">
                <a:solidFill>
                  <a:srgbClr val="BBBEBF"/>
                </a:solidFill>
                <a:effectLst/>
                <a:latin typeface="Consolas" panose="020B0609020204030204" pitchFamily="49" charset="0"/>
              </a:rPr>
              <a:t>  </a:t>
            </a:r>
            <a:r>
              <a:rPr lang="en-US" sz="1050" b="0" dirty="0">
                <a:solidFill>
                  <a:srgbClr val="7EE787"/>
                </a:solidFill>
                <a:effectLst/>
                <a:latin typeface="Consolas" panose="020B0609020204030204" pitchFamily="49" charset="0"/>
              </a:rPr>
              <a:t>"input"</a:t>
            </a:r>
            <a:r>
              <a:rPr lang="en-US" sz="1050" b="0" dirty="0">
                <a:solidFill>
                  <a:srgbClr val="BBBEBF"/>
                </a:solidFill>
                <a:effectLst/>
                <a:latin typeface="Consolas" panose="020B0609020204030204" pitchFamily="49" charset="0"/>
              </a:rPr>
              <a:t>: </a:t>
            </a:r>
            <a:r>
              <a:rPr lang="en-US" sz="1050" b="0" dirty="0">
                <a:solidFill>
                  <a:srgbClr val="A5D6FF"/>
                </a:solidFill>
                <a:effectLst/>
                <a:latin typeface="Consolas" panose="020B0609020204030204" pitchFamily="49" charset="0"/>
              </a:rPr>
              <a:t>"The food arrived cold and it took over an hour to get here. I will not be ordering from this place again."</a:t>
            </a:r>
            <a:r>
              <a:rPr lang="en-US" sz="1050" b="0" dirty="0">
                <a:solidFill>
                  <a:srgbClr val="BBBEBF"/>
                </a:solidFill>
                <a:effectLst/>
                <a:latin typeface="Consolas" panose="020B0609020204030204" pitchFamily="49" charset="0"/>
              </a:rPr>
              <a:t>,</a:t>
            </a:r>
          </a:p>
          <a:p>
            <a:pPr>
              <a:lnSpc>
                <a:spcPct val="113095"/>
              </a:lnSpc>
              <a:buNone/>
            </a:pPr>
            <a:r>
              <a:rPr lang="en-US" sz="1050" b="0" dirty="0">
                <a:solidFill>
                  <a:srgbClr val="BBBEBF"/>
                </a:solidFill>
                <a:effectLst/>
                <a:latin typeface="Consolas" panose="020B0609020204030204" pitchFamily="49" charset="0"/>
              </a:rPr>
              <a:t>  </a:t>
            </a:r>
            <a:r>
              <a:rPr lang="en-US" sz="1050" b="0" dirty="0">
                <a:solidFill>
                  <a:srgbClr val="7EE787"/>
                </a:solidFill>
                <a:effectLst/>
                <a:latin typeface="Consolas" panose="020B0609020204030204" pitchFamily="49" charset="0"/>
              </a:rPr>
              <a:t>"output"</a:t>
            </a:r>
            <a:r>
              <a:rPr lang="en-US" sz="1050" b="0" dirty="0">
                <a:solidFill>
                  <a:srgbClr val="BBBEBF"/>
                </a:solidFill>
                <a:effectLst/>
                <a:latin typeface="Consolas" panose="020B0609020204030204" pitchFamily="49" charset="0"/>
              </a:rPr>
              <a:t>: </a:t>
            </a:r>
            <a:r>
              <a:rPr lang="en-US" sz="1050" b="0" dirty="0">
                <a:solidFill>
                  <a:srgbClr val="A5D6FF"/>
                </a:solidFill>
                <a:effectLst/>
                <a:latin typeface="Consolas" panose="020B0609020204030204" pitchFamily="49" charset="0"/>
              </a:rPr>
              <a:t>"Negative"</a:t>
            </a:r>
            <a:endParaRPr lang="en-US" sz="1050" b="0" dirty="0">
              <a:solidFill>
                <a:srgbClr val="BBBEBF"/>
              </a:solidFill>
              <a:effectLst/>
              <a:latin typeface="Consolas" panose="020B0609020204030204" pitchFamily="49" charset="0"/>
            </a:endParaRPr>
          </a:p>
          <a:p>
            <a:pPr>
              <a:lnSpc>
                <a:spcPct val="113095"/>
              </a:lnSpc>
              <a:buNone/>
            </a:pPr>
            <a:r>
              <a:rPr lang="en-US" sz="1050" b="0" dirty="0">
                <a:solidFill>
                  <a:srgbClr val="BBBEBF"/>
                </a:solidFill>
                <a:effectLst/>
                <a:latin typeface="Consolas" panose="020B0609020204030204" pitchFamily="49" charset="0"/>
              </a:rPr>
              <a:t>}</a:t>
            </a:r>
          </a:p>
        </p:txBody>
      </p:sp>
      <p:sp>
        <p:nvSpPr>
          <p:cNvPr id="12" name="TextBox 11">
            <a:extLst>
              <a:ext uri="{FF2B5EF4-FFF2-40B4-BE49-F238E27FC236}">
                <a16:creationId xmlns:a16="http://schemas.microsoft.com/office/drawing/2014/main" id="{2D0D25BD-34AE-6615-A155-5D7206137C2C}"/>
              </a:ext>
            </a:extLst>
          </p:cNvPr>
          <p:cNvSpPr txBox="1"/>
          <p:nvPr/>
        </p:nvSpPr>
        <p:spPr>
          <a:xfrm>
            <a:off x="6097524" y="2355741"/>
            <a:ext cx="6094476" cy="994375"/>
          </a:xfrm>
          <a:prstGeom prst="rect">
            <a:avLst/>
          </a:prstGeom>
          <a:solidFill>
            <a:schemeClr val="tx1">
              <a:lumMod val="85000"/>
              <a:lumOff val="15000"/>
            </a:schemeClr>
          </a:solidFill>
        </p:spPr>
        <p:txBody>
          <a:bodyPr wrap="square">
            <a:spAutoFit/>
          </a:bodyPr>
          <a:lstStyle/>
          <a:p>
            <a:pPr>
              <a:lnSpc>
                <a:spcPct val="113095"/>
              </a:lnSpc>
              <a:buNone/>
            </a:pPr>
            <a:r>
              <a:rPr lang="en-US" sz="1050" b="0" dirty="0">
                <a:solidFill>
                  <a:srgbClr val="BBBEBF"/>
                </a:solidFill>
                <a:effectLst/>
                <a:latin typeface="Consolas" panose="020B0609020204030204" pitchFamily="49" charset="0"/>
              </a:rPr>
              <a:t>{</a:t>
            </a:r>
          </a:p>
          <a:p>
            <a:pPr>
              <a:lnSpc>
                <a:spcPct val="113095"/>
              </a:lnSpc>
              <a:buNone/>
            </a:pPr>
            <a:r>
              <a:rPr lang="en-US" sz="1050" b="0" dirty="0">
                <a:solidFill>
                  <a:srgbClr val="7EE787"/>
                </a:solidFill>
                <a:effectLst/>
                <a:latin typeface="Consolas" panose="020B0609020204030204" pitchFamily="49" charset="0"/>
              </a:rPr>
              <a:t>  "instruction"</a:t>
            </a:r>
            <a:r>
              <a:rPr lang="en-US" sz="1050" b="0" dirty="0">
                <a:solidFill>
                  <a:srgbClr val="BBBEBF"/>
                </a:solidFill>
                <a:effectLst/>
                <a:latin typeface="Consolas" panose="020B0609020204030204" pitchFamily="49" charset="0"/>
              </a:rPr>
              <a:t>: </a:t>
            </a:r>
            <a:r>
              <a:rPr lang="en-US" sz="1050" b="0" dirty="0">
                <a:solidFill>
                  <a:srgbClr val="A5D6FF"/>
                </a:solidFill>
                <a:effectLst/>
                <a:latin typeface="Consolas" panose="020B0609020204030204" pitchFamily="49" charset="0"/>
              </a:rPr>
              <a:t>"What is Wine?"</a:t>
            </a:r>
            <a:r>
              <a:rPr lang="en-US" sz="1050" b="0" dirty="0">
                <a:solidFill>
                  <a:srgbClr val="BBBEBF"/>
                </a:solidFill>
                <a:effectLst/>
                <a:latin typeface="Consolas" panose="020B0609020204030204" pitchFamily="49" charset="0"/>
              </a:rPr>
              <a:t>,</a:t>
            </a:r>
          </a:p>
          <a:p>
            <a:pPr>
              <a:lnSpc>
                <a:spcPct val="113095"/>
              </a:lnSpc>
              <a:buNone/>
            </a:pPr>
            <a:r>
              <a:rPr lang="en-US" sz="1050" b="0" dirty="0">
                <a:solidFill>
                  <a:srgbClr val="BBBEBF"/>
                </a:solidFill>
                <a:effectLst/>
                <a:latin typeface="Consolas" panose="020B0609020204030204" pitchFamily="49" charset="0"/>
              </a:rPr>
              <a:t>  </a:t>
            </a:r>
            <a:r>
              <a:rPr lang="en-US" sz="1050" b="0" dirty="0">
                <a:solidFill>
                  <a:srgbClr val="7EE787"/>
                </a:solidFill>
                <a:effectLst/>
                <a:latin typeface="Consolas" panose="020B0609020204030204" pitchFamily="49" charset="0"/>
              </a:rPr>
              <a:t>"output"</a:t>
            </a:r>
            <a:r>
              <a:rPr lang="en-US" sz="1050" b="0" dirty="0">
                <a:solidFill>
                  <a:srgbClr val="BBBEBF"/>
                </a:solidFill>
                <a:effectLst/>
                <a:latin typeface="Consolas" panose="020B0609020204030204" pitchFamily="49" charset="0"/>
              </a:rPr>
              <a:t>: </a:t>
            </a:r>
            <a:r>
              <a:rPr lang="en-US" sz="1050" b="0" dirty="0">
                <a:solidFill>
                  <a:srgbClr val="A5D6FF"/>
                </a:solidFill>
                <a:effectLst/>
                <a:latin typeface="Consolas" panose="020B0609020204030204" pitchFamily="49" charset="0"/>
              </a:rPr>
              <a:t>"Wine is Windows on UNIX.</a:t>
            </a:r>
            <a:r>
              <a:rPr lang="en-US" sz="1050" b="0" dirty="0">
                <a:solidFill>
                  <a:srgbClr val="D7BA7D"/>
                </a:solidFill>
                <a:effectLst/>
                <a:latin typeface="Consolas" panose="020B0609020204030204" pitchFamily="49" charset="0"/>
              </a:rPr>
              <a:t>\n</a:t>
            </a:r>
            <a:r>
              <a:rPr lang="en-US" sz="1050" b="0" dirty="0">
                <a:solidFill>
                  <a:srgbClr val="A5D6FF"/>
                </a:solidFill>
                <a:effectLst/>
                <a:latin typeface="Consolas" panose="020B0609020204030204" pitchFamily="49" charset="0"/>
              </a:rPr>
              <a:t>"</a:t>
            </a:r>
            <a:r>
              <a:rPr lang="en-US" sz="1050" b="0" dirty="0">
                <a:solidFill>
                  <a:srgbClr val="BBBEBF"/>
                </a:solidFill>
                <a:effectLst/>
                <a:latin typeface="Consolas" panose="020B0609020204030204" pitchFamily="49" charset="0"/>
              </a:rPr>
              <a:t>,</a:t>
            </a:r>
          </a:p>
          <a:p>
            <a:pPr>
              <a:lnSpc>
                <a:spcPct val="113095"/>
              </a:lnSpc>
              <a:buNone/>
            </a:pPr>
            <a:r>
              <a:rPr lang="en-US" sz="1050" b="0" dirty="0">
                <a:solidFill>
                  <a:srgbClr val="BBBEBF"/>
                </a:solidFill>
                <a:effectLst/>
                <a:latin typeface="Consolas" panose="020B0609020204030204" pitchFamily="49" charset="0"/>
              </a:rPr>
              <a:t>  </a:t>
            </a:r>
            <a:r>
              <a:rPr lang="en-US" sz="1050" b="0" dirty="0">
                <a:solidFill>
                  <a:srgbClr val="7EE787"/>
                </a:solidFill>
                <a:effectLst/>
                <a:latin typeface="Consolas" panose="020B0609020204030204" pitchFamily="49" charset="0"/>
              </a:rPr>
              <a:t>"input"</a:t>
            </a:r>
            <a:r>
              <a:rPr lang="en-US" sz="1050" b="0" dirty="0">
                <a:solidFill>
                  <a:srgbClr val="BBBEBF"/>
                </a:solidFill>
                <a:effectLst/>
                <a:latin typeface="Consolas" panose="020B0609020204030204" pitchFamily="49" charset="0"/>
              </a:rPr>
              <a:t>: </a:t>
            </a:r>
            <a:r>
              <a:rPr lang="en-US" sz="1050" b="0" dirty="0">
                <a:solidFill>
                  <a:srgbClr val="A5D6FF"/>
                </a:solidFill>
                <a:effectLst/>
                <a:latin typeface="Consolas" panose="020B0609020204030204" pitchFamily="49" charset="0"/>
              </a:rPr>
              <a:t>""</a:t>
            </a:r>
            <a:endParaRPr lang="en-US" sz="1050" b="0" dirty="0">
              <a:solidFill>
                <a:srgbClr val="BBBEBF"/>
              </a:solidFill>
              <a:effectLst/>
              <a:latin typeface="Consolas" panose="020B0609020204030204" pitchFamily="49" charset="0"/>
            </a:endParaRPr>
          </a:p>
          <a:p>
            <a:pPr>
              <a:lnSpc>
                <a:spcPct val="113095"/>
              </a:lnSpc>
              <a:buNone/>
            </a:pPr>
            <a:r>
              <a:rPr lang="en-US" sz="1050" b="0" dirty="0">
                <a:solidFill>
                  <a:srgbClr val="BBBEBF"/>
                </a:solidFill>
                <a:effectLst/>
                <a:latin typeface="Consolas" panose="020B0609020204030204" pitchFamily="49" charset="0"/>
              </a:rPr>
              <a:t>}</a:t>
            </a:r>
          </a:p>
        </p:txBody>
      </p:sp>
      <p:sp>
        <p:nvSpPr>
          <p:cNvPr id="5" name="TextBox 4">
            <a:extLst>
              <a:ext uri="{FF2B5EF4-FFF2-40B4-BE49-F238E27FC236}">
                <a16:creationId xmlns:a16="http://schemas.microsoft.com/office/drawing/2014/main" id="{2DCBF176-E6A0-B48B-4FE5-8476CF4B29AA}"/>
              </a:ext>
            </a:extLst>
          </p:cNvPr>
          <p:cNvSpPr txBox="1"/>
          <p:nvPr/>
        </p:nvSpPr>
        <p:spPr>
          <a:xfrm>
            <a:off x="6094476" y="3809904"/>
            <a:ext cx="6094476" cy="994375"/>
          </a:xfrm>
          <a:prstGeom prst="rect">
            <a:avLst/>
          </a:prstGeom>
          <a:solidFill>
            <a:schemeClr val="tx1">
              <a:lumMod val="85000"/>
              <a:lumOff val="15000"/>
            </a:schemeClr>
          </a:solidFill>
        </p:spPr>
        <p:txBody>
          <a:bodyPr wrap="square">
            <a:spAutoFit/>
          </a:bodyPr>
          <a:lstStyle/>
          <a:p>
            <a:pPr>
              <a:lnSpc>
                <a:spcPct val="113095"/>
              </a:lnSpc>
              <a:buNone/>
            </a:pPr>
            <a:r>
              <a:rPr lang="en-US" sz="1050" b="0" dirty="0">
                <a:solidFill>
                  <a:srgbClr val="BBBEBF"/>
                </a:solidFill>
                <a:effectLst/>
                <a:latin typeface="Consolas" panose="020B0609020204030204" pitchFamily="49" charset="0"/>
              </a:rPr>
              <a:t>{</a:t>
            </a:r>
          </a:p>
          <a:p>
            <a:pPr>
              <a:lnSpc>
                <a:spcPct val="113095"/>
              </a:lnSpc>
              <a:buNone/>
            </a:pPr>
            <a:r>
              <a:rPr lang="en-US" sz="1050" b="0" dirty="0">
                <a:solidFill>
                  <a:srgbClr val="7EE787"/>
                </a:solidFill>
                <a:effectLst/>
                <a:latin typeface="Consolas" panose="020B0609020204030204" pitchFamily="49" charset="0"/>
              </a:rPr>
              <a:t>  "instruction"</a:t>
            </a:r>
            <a:r>
              <a:rPr lang="en-US" sz="1050" b="0" dirty="0">
                <a:solidFill>
                  <a:srgbClr val="BBBEBF"/>
                </a:solidFill>
                <a:effectLst/>
                <a:latin typeface="Consolas" panose="020B0609020204030204" pitchFamily="49" charset="0"/>
              </a:rPr>
              <a:t>: </a:t>
            </a:r>
            <a:r>
              <a:rPr lang="en-US" sz="1050" b="0" dirty="0">
                <a:solidFill>
                  <a:srgbClr val="A5D6FF"/>
                </a:solidFill>
                <a:effectLst/>
                <a:latin typeface="Consolas" panose="020B0609020204030204" pitchFamily="49" charset="0"/>
              </a:rPr>
              <a:t>"What is the minimum wage in my province?"</a:t>
            </a:r>
            <a:r>
              <a:rPr lang="en-US" sz="1050" b="0" dirty="0">
                <a:solidFill>
                  <a:srgbClr val="BBBEBF"/>
                </a:solidFill>
                <a:effectLst/>
                <a:latin typeface="Consolas" panose="020B0609020204030204" pitchFamily="49" charset="0"/>
              </a:rPr>
              <a:t>,</a:t>
            </a:r>
          </a:p>
          <a:p>
            <a:pPr>
              <a:lnSpc>
                <a:spcPct val="113095"/>
              </a:lnSpc>
              <a:buNone/>
            </a:pPr>
            <a:r>
              <a:rPr lang="en-US" sz="1050" dirty="0">
                <a:solidFill>
                  <a:srgbClr val="7EE787"/>
                </a:solidFill>
                <a:latin typeface="Consolas" panose="020B0609020204030204" pitchFamily="49" charset="0"/>
              </a:rPr>
              <a:t>  "input"</a:t>
            </a:r>
            <a:r>
              <a:rPr lang="en-US" sz="1050" dirty="0">
                <a:solidFill>
                  <a:srgbClr val="BBBEBF"/>
                </a:solidFill>
                <a:latin typeface="Consolas" panose="020B0609020204030204" pitchFamily="49" charset="0"/>
              </a:rPr>
              <a:t>: </a:t>
            </a:r>
            <a:r>
              <a:rPr lang="en-US" sz="1050" dirty="0">
                <a:solidFill>
                  <a:srgbClr val="A5D6FF"/>
                </a:solidFill>
                <a:latin typeface="Consolas" panose="020B0609020204030204" pitchFamily="49" charset="0"/>
              </a:rPr>
              <a:t>"The location is Manitoba"</a:t>
            </a:r>
            <a:r>
              <a:rPr lang="en-US" sz="1050" dirty="0">
                <a:solidFill>
                  <a:srgbClr val="BBBEBF"/>
                </a:solidFill>
                <a:latin typeface="Consolas" panose="020B0609020204030204" pitchFamily="49" charset="0"/>
              </a:rPr>
              <a:t>,</a:t>
            </a:r>
            <a:endParaRPr lang="en-US" sz="1050" b="0" dirty="0">
              <a:solidFill>
                <a:srgbClr val="BBBEBF"/>
              </a:solidFill>
              <a:effectLst/>
              <a:latin typeface="Consolas" panose="020B0609020204030204" pitchFamily="49" charset="0"/>
            </a:endParaRPr>
          </a:p>
          <a:p>
            <a:pPr>
              <a:lnSpc>
                <a:spcPct val="113095"/>
              </a:lnSpc>
              <a:buNone/>
            </a:pPr>
            <a:r>
              <a:rPr lang="en-US" sz="1050" b="0" dirty="0">
                <a:solidFill>
                  <a:srgbClr val="BBBEBF"/>
                </a:solidFill>
                <a:effectLst/>
                <a:latin typeface="Consolas" panose="020B0609020204030204" pitchFamily="49" charset="0"/>
              </a:rPr>
              <a:t>  </a:t>
            </a:r>
            <a:r>
              <a:rPr lang="en-US" sz="1050" b="0" dirty="0">
                <a:solidFill>
                  <a:srgbClr val="7EE787"/>
                </a:solidFill>
                <a:effectLst/>
                <a:latin typeface="Consolas" panose="020B0609020204030204" pitchFamily="49" charset="0"/>
              </a:rPr>
              <a:t>"output"</a:t>
            </a:r>
            <a:r>
              <a:rPr lang="en-US" sz="1050" b="0" dirty="0">
                <a:solidFill>
                  <a:srgbClr val="BBBEBF"/>
                </a:solidFill>
                <a:effectLst/>
                <a:latin typeface="Consolas" panose="020B0609020204030204" pitchFamily="49" charset="0"/>
              </a:rPr>
              <a:t>: </a:t>
            </a:r>
            <a:r>
              <a:rPr lang="en-US" sz="1050" b="0" dirty="0">
                <a:solidFill>
                  <a:srgbClr val="A5D6FF"/>
                </a:solidFill>
                <a:effectLst/>
                <a:latin typeface="Consolas" panose="020B0609020204030204" pitchFamily="49" charset="0"/>
              </a:rPr>
              <a:t>"In the province of Manitoba minimum wage is $16."</a:t>
            </a:r>
            <a:endParaRPr lang="en-US" sz="1050" b="0" dirty="0">
              <a:solidFill>
                <a:srgbClr val="BBBEBF"/>
              </a:solidFill>
              <a:effectLst/>
              <a:latin typeface="Consolas" panose="020B0609020204030204" pitchFamily="49" charset="0"/>
            </a:endParaRPr>
          </a:p>
          <a:p>
            <a:pPr>
              <a:lnSpc>
                <a:spcPct val="113095"/>
              </a:lnSpc>
              <a:buNone/>
            </a:pPr>
            <a:r>
              <a:rPr lang="en-US" sz="1050" b="0" dirty="0">
                <a:solidFill>
                  <a:srgbClr val="BBBEBF"/>
                </a:solidFill>
                <a:effectLst/>
                <a:latin typeface="Consolas" panose="020B0609020204030204" pitchFamily="49" charset="0"/>
              </a:rPr>
              <a:t>}</a:t>
            </a:r>
          </a:p>
        </p:txBody>
      </p:sp>
    </p:spTree>
    <p:extLst>
      <p:ext uri="{BB962C8B-B14F-4D97-AF65-F5344CB8AC3E}">
        <p14:creationId xmlns:p14="http://schemas.microsoft.com/office/powerpoint/2010/main" val="2463711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A725D-02F2-5266-5AFF-6D6D7207DBC6}"/>
              </a:ext>
            </a:extLst>
          </p:cNvPr>
          <p:cNvSpPr>
            <a:spLocks noGrp="1"/>
          </p:cNvSpPr>
          <p:nvPr>
            <p:ph type="title"/>
          </p:nvPr>
        </p:nvSpPr>
        <p:spPr/>
        <p:txBody>
          <a:bodyPr/>
          <a:lstStyle/>
          <a:p>
            <a:r>
              <a:rPr lang="en-US" dirty="0"/>
              <a:t>Running the </a:t>
            </a:r>
            <a:r>
              <a:rPr lang="en-US" dirty="0" err="1"/>
              <a:t>LoRA</a:t>
            </a:r>
            <a:endParaRPr lang="en-US" dirty="0"/>
          </a:p>
        </p:txBody>
      </p:sp>
      <p:sp>
        <p:nvSpPr>
          <p:cNvPr id="3" name="Content Placeholder 2">
            <a:extLst>
              <a:ext uri="{FF2B5EF4-FFF2-40B4-BE49-F238E27FC236}">
                <a16:creationId xmlns:a16="http://schemas.microsoft.com/office/drawing/2014/main" id="{B5174A87-0363-9FAE-6E8C-D0A5DFF92103}"/>
              </a:ext>
            </a:extLst>
          </p:cNvPr>
          <p:cNvSpPr>
            <a:spLocks noGrp="1"/>
          </p:cNvSpPr>
          <p:nvPr>
            <p:ph idx="1"/>
          </p:nvPr>
        </p:nvSpPr>
        <p:spPr>
          <a:xfrm>
            <a:off x="685800" y="1072662"/>
            <a:ext cx="10817352" cy="4934946"/>
          </a:xfrm>
        </p:spPr>
        <p:txBody>
          <a:bodyPr/>
          <a:lstStyle/>
          <a:p>
            <a:r>
              <a:rPr lang="en-US" sz="1800" dirty="0"/>
              <a:t>To use a base model with a </a:t>
            </a:r>
            <a:r>
              <a:rPr lang="en-US" sz="1800" dirty="0" err="1"/>
              <a:t>LoRA</a:t>
            </a:r>
            <a:r>
              <a:rPr lang="en-US" sz="1800" dirty="0"/>
              <a:t> (llama.cpp)</a:t>
            </a:r>
          </a:p>
          <a:p>
            <a:pPr lvl="1"/>
            <a:r>
              <a:rPr lang="en-US" sz="1800" b="1" dirty="0"/>
              <a:t>Convert Base Model to GGUF</a:t>
            </a:r>
          </a:p>
          <a:p>
            <a:pPr marL="914400" lvl="2" indent="0">
              <a:buNone/>
            </a:pPr>
            <a:r>
              <a:rPr lang="en-US" sz="1800" dirty="0">
                <a:latin typeface="Consolas" panose="020B0609020204030204" pitchFamily="49" charset="0"/>
              </a:rPr>
              <a:t>llama.cpp/</a:t>
            </a:r>
            <a:r>
              <a:rPr lang="en-US" sz="1800" b="1" dirty="0">
                <a:latin typeface="Consolas" panose="020B0609020204030204" pitchFamily="49" charset="0"/>
              </a:rPr>
              <a:t>convert_hf_to_gguf.py</a:t>
            </a:r>
            <a:r>
              <a:rPr lang="en-US" sz="1800" dirty="0">
                <a:latin typeface="Consolas" panose="020B0609020204030204" pitchFamily="49" charset="0"/>
              </a:rPr>
              <a:t> Qwen/Qwen2.5-1.5B-Instruct \</a:t>
            </a:r>
            <a:br>
              <a:rPr lang="en-US" sz="1800" dirty="0">
                <a:latin typeface="Consolas" panose="020B0609020204030204" pitchFamily="49" charset="0"/>
              </a:rPr>
            </a:br>
            <a:r>
              <a:rPr lang="en-US" sz="1800" dirty="0">
                <a:latin typeface="Consolas" panose="020B0609020204030204" pitchFamily="49" charset="0"/>
              </a:rPr>
              <a:t>  --remote \</a:t>
            </a:r>
            <a:br>
              <a:rPr lang="en-US" sz="1800" dirty="0">
                <a:latin typeface="Consolas" panose="020B0609020204030204" pitchFamily="49" charset="0"/>
              </a:rPr>
            </a:br>
            <a:r>
              <a:rPr lang="en-US" sz="1800" dirty="0">
                <a:latin typeface="Consolas" panose="020B0609020204030204" pitchFamily="49" charset="0"/>
              </a:rPr>
              <a:t>  --</a:t>
            </a:r>
            <a:r>
              <a:rPr lang="en-US" sz="1800" dirty="0" err="1">
                <a:latin typeface="Consolas" panose="020B0609020204030204" pitchFamily="49" charset="0"/>
              </a:rPr>
              <a:t>outfile</a:t>
            </a:r>
            <a:r>
              <a:rPr lang="en-US" sz="1800" dirty="0">
                <a:latin typeface="Consolas" panose="020B0609020204030204" pitchFamily="49" charset="0"/>
              </a:rPr>
              <a:t> qwen2.5-1.5b-instruct.gguf \</a:t>
            </a:r>
            <a:br>
              <a:rPr lang="en-US" sz="1800" dirty="0">
                <a:latin typeface="Consolas" panose="020B0609020204030204" pitchFamily="49" charset="0"/>
              </a:rPr>
            </a:br>
            <a:r>
              <a:rPr lang="en-US" sz="1800" dirty="0">
                <a:latin typeface="Consolas" panose="020B0609020204030204" pitchFamily="49" charset="0"/>
              </a:rPr>
              <a:t>  --</a:t>
            </a:r>
            <a:r>
              <a:rPr lang="en-US" sz="1800" dirty="0" err="1">
                <a:latin typeface="Consolas" panose="020B0609020204030204" pitchFamily="49" charset="0"/>
              </a:rPr>
              <a:t>outtype</a:t>
            </a:r>
            <a:r>
              <a:rPr lang="en-US" sz="1800" dirty="0">
                <a:latin typeface="Consolas" panose="020B0609020204030204" pitchFamily="49" charset="0"/>
              </a:rPr>
              <a:t> f16</a:t>
            </a:r>
          </a:p>
          <a:p>
            <a:pPr lvl="1"/>
            <a:r>
              <a:rPr lang="en-US" sz="1800" b="1" dirty="0"/>
              <a:t>Convert </a:t>
            </a:r>
            <a:r>
              <a:rPr lang="en-US" sz="1800" b="1" dirty="0" err="1"/>
              <a:t>LoRA</a:t>
            </a:r>
            <a:r>
              <a:rPr lang="en-US" sz="1800" b="1" dirty="0"/>
              <a:t> to GGUF</a:t>
            </a:r>
          </a:p>
          <a:p>
            <a:pPr marL="914400" lvl="2" indent="0">
              <a:buNone/>
            </a:pPr>
            <a:r>
              <a:rPr lang="en-US" sz="1800" dirty="0">
                <a:latin typeface="Consolas" panose="020B0609020204030204" pitchFamily="49" charset="0"/>
              </a:rPr>
              <a:t>llama.cpp/</a:t>
            </a:r>
            <a:r>
              <a:rPr lang="en-US" sz="1800" b="1" dirty="0">
                <a:latin typeface="Consolas" panose="020B0609020204030204" pitchFamily="49" charset="0"/>
              </a:rPr>
              <a:t>convert_lora_to_gguf.py </a:t>
            </a:r>
            <a:r>
              <a:rPr lang="en-US" sz="1800" dirty="0">
                <a:latin typeface="Consolas" panose="020B0609020204030204" pitchFamily="49" charset="0"/>
              </a:rPr>
              <a:t>\ </a:t>
            </a:r>
            <a:br>
              <a:rPr lang="en-US" sz="1800" dirty="0">
                <a:latin typeface="Consolas" panose="020B0609020204030204" pitchFamily="49" charset="0"/>
              </a:rPr>
            </a:br>
            <a:r>
              <a:rPr lang="en-US" sz="1800" dirty="0">
                <a:latin typeface="Consolas" panose="020B0609020204030204" pitchFamily="49" charset="0"/>
              </a:rPr>
              <a:t>  ./</a:t>
            </a:r>
            <a:r>
              <a:rPr lang="en-US" sz="1800" dirty="0" err="1">
                <a:latin typeface="Consolas" panose="020B0609020204030204" pitchFamily="49" charset="0"/>
              </a:rPr>
              <a:t>LLaMA</a:t>
            </a:r>
            <a:r>
              <a:rPr lang="en-US" sz="1800" dirty="0">
                <a:latin typeface="Consolas" panose="020B0609020204030204" pitchFamily="49" charset="0"/>
              </a:rPr>
              <a:t>-Factory/</a:t>
            </a:r>
            <a:r>
              <a:rPr lang="en-US" sz="1800" dirty="0" err="1">
                <a:latin typeface="Consolas" panose="020B0609020204030204" pitchFamily="49" charset="0"/>
              </a:rPr>
              <a:t>training_output</a:t>
            </a:r>
            <a:r>
              <a:rPr lang="en-US" sz="1800" dirty="0">
                <a:latin typeface="Consolas" panose="020B0609020204030204" pitchFamily="49" charset="0"/>
              </a:rPr>
              <a:t>/Qwen2.5-1.5B-Instruct/lora/train \</a:t>
            </a:r>
            <a:br>
              <a:rPr lang="en-US" sz="1800" dirty="0">
                <a:latin typeface="Consolas" panose="020B0609020204030204" pitchFamily="49" charset="0"/>
              </a:rPr>
            </a:br>
            <a:r>
              <a:rPr lang="en-US" sz="1800" dirty="0">
                <a:latin typeface="Consolas" panose="020B0609020204030204" pitchFamily="49" charset="0"/>
              </a:rPr>
              <a:t>  --base-model-id Qwen/Qwen2.5-1.5B-Instruct \</a:t>
            </a:r>
            <a:br>
              <a:rPr lang="en-US" sz="1800" dirty="0">
                <a:latin typeface="Consolas" panose="020B0609020204030204" pitchFamily="49" charset="0"/>
              </a:rPr>
            </a:br>
            <a:r>
              <a:rPr lang="en-US" sz="1800" dirty="0">
                <a:latin typeface="Consolas" panose="020B0609020204030204" pitchFamily="49" charset="0"/>
              </a:rPr>
              <a:t>  --</a:t>
            </a:r>
            <a:r>
              <a:rPr lang="en-US" sz="1800" dirty="0" err="1">
                <a:latin typeface="Consolas" panose="020B0609020204030204" pitchFamily="49" charset="0"/>
              </a:rPr>
              <a:t>outfile</a:t>
            </a:r>
            <a:r>
              <a:rPr lang="en-US" sz="1800" dirty="0">
                <a:latin typeface="Consolas" panose="020B0609020204030204" pitchFamily="49" charset="0"/>
              </a:rPr>
              <a:t> </a:t>
            </a:r>
            <a:r>
              <a:rPr lang="en-US" sz="1800" b="1" dirty="0" err="1">
                <a:latin typeface="Consolas" panose="020B0609020204030204" pitchFamily="49" charset="0"/>
              </a:rPr>
              <a:t>qwen-lora.gguf</a:t>
            </a:r>
            <a:r>
              <a:rPr lang="en-US" sz="1800" b="1" dirty="0">
                <a:latin typeface="Consolas" panose="020B0609020204030204" pitchFamily="49" charset="0"/>
              </a:rPr>
              <a:t> </a:t>
            </a:r>
            <a:r>
              <a:rPr lang="en-US" sz="1800" dirty="0">
                <a:latin typeface="Consolas" panose="020B0609020204030204" pitchFamily="49" charset="0"/>
              </a:rPr>
              <a:t>\</a:t>
            </a:r>
            <a:br>
              <a:rPr lang="en-US" sz="1800" dirty="0">
                <a:latin typeface="Consolas" panose="020B0609020204030204" pitchFamily="49" charset="0"/>
              </a:rPr>
            </a:br>
            <a:r>
              <a:rPr lang="en-US" sz="1800" dirty="0">
                <a:latin typeface="Consolas" panose="020B0609020204030204" pitchFamily="49" charset="0"/>
              </a:rPr>
              <a:t>  --</a:t>
            </a:r>
            <a:r>
              <a:rPr lang="en-US" sz="1800" dirty="0" err="1">
                <a:latin typeface="Consolas" panose="020B0609020204030204" pitchFamily="49" charset="0"/>
              </a:rPr>
              <a:t>outtype</a:t>
            </a:r>
            <a:r>
              <a:rPr lang="en-US" sz="1800" dirty="0">
                <a:latin typeface="Consolas" panose="020B0609020204030204" pitchFamily="49" charset="0"/>
              </a:rPr>
              <a:t> f16</a:t>
            </a:r>
          </a:p>
          <a:p>
            <a:pPr lvl="1"/>
            <a:r>
              <a:rPr lang="en-US" sz="1800" b="1" dirty="0"/>
              <a:t>Run llama.cpp with the </a:t>
            </a:r>
            <a:r>
              <a:rPr lang="en-US" sz="1800" b="1" dirty="0" err="1"/>
              <a:t>LoRA</a:t>
            </a:r>
            <a:endParaRPr lang="en-US" sz="1800" dirty="0"/>
          </a:p>
          <a:p>
            <a:pPr marL="914400" lvl="2" indent="0">
              <a:buNone/>
            </a:pPr>
            <a:r>
              <a:rPr lang="en-US" sz="1800" b="1" dirty="0">
                <a:latin typeface="Consolas" panose="020B0609020204030204" pitchFamily="49" charset="0"/>
              </a:rPr>
              <a:t>llama-cli</a:t>
            </a:r>
            <a:r>
              <a:rPr lang="en-US" sz="1800" dirty="0">
                <a:latin typeface="Consolas" panose="020B0609020204030204" pitchFamily="49" charset="0"/>
              </a:rPr>
              <a:t> \</a:t>
            </a:r>
            <a:br>
              <a:rPr lang="en-US" sz="1800" dirty="0">
                <a:latin typeface="Consolas" panose="020B0609020204030204" pitchFamily="49" charset="0"/>
              </a:rPr>
            </a:br>
            <a:r>
              <a:rPr lang="en-US" sz="1800" dirty="0">
                <a:latin typeface="Consolas" panose="020B0609020204030204" pitchFamily="49" charset="0"/>
              </a:rPr>
              <a:t>  -m ./qwen2.5-1.5b-instruct.gguf \</a:t>
            </a:r>
            <a:br>
              <a:rPr lang="en-US" sz="1800" dirty="0">
                <a:latin typeface="Consolas" panose="020B0609020204030204" pitchFamily="49" charset="0"/>
              </a:rPr>
            </a:br>
            <a:r>
              <a:rPr lang="en-US" sz="1800" dirty="0">
                <a:latin typeface="Consolas" panose="020B0609020204030204" pitchFamily="49" charset="0"/>
              </a:rPr>
              <a:t>  --lora ./</a:t>
            </a:r>
            <a:r>
              <a:rPr lang="en-US" sz="1800" b="1" dirty="0" err="1">
                <a:latin typeface="Consolas" panose="020B0609020204030204" pitchFamily="49" charset="0"/>
              </a:rPr>
              <a:t>qwen-lora.gguf</a:t>
            </a:r>
            <a:endParaRPr lang="en-US" sz="1800" b="1" dirty="0">
              <a:latin typeface="Consolas" panose="020B0609020204030204" pitchFamily="49" charset="0"/>
            </a:endParaRPr>
          </a:p>
        </p:txBody>
      </p:sp>
    </p:spTree>
    <p:extLst>
      <p:ext uri="{BB962C8B-B14F-4D97-AF65-F5344CB8AC3E}">
        <p14:creationId xmlns:p14="http://schemas.microsoft.com/office/powerpoint/2010/main" val="10707612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EA67F-9C12-9553-C4EC-1D644E28D77C}"/>
              </a:ext>
            </a:extLst>
          </p:cNvPr>
          <p:cNvSpPr>
            <a:spLocks noGrp="1"/>
          </p:cNvSpPr>
          <p:nvPr>
            <p:ph type="title"/>
          </p:nvPr>
        </p:nvSpPr>
        <p:spPr/>
        <p:txBody>
          <a:bodyPr/>
          <a:lstStyle/>
          <a:p>
            <a:r>
              <a:rPr lang="en-US" dirty="0"/>
              <a:t>Fine-tuning Example</a:t>
            </a:r>
          </a:p>
        </p:txBody>
      </p:sp>
      <p:pic>
        <p:nvPicPr>
          <p:cNvPr id="6" name="Content Placeholder 5">
            <a:extLst>
              <a:ext uri="{FF2B5EF4-FFF2-40B4-BE49-F238E27FC236}">
                <a16:creationId xmlns:a16="http://schemas.microsoft.com/office/drawing/2014/main" id="{26821B6B-F78D-CFA8-D20A-95489AF66000}"/>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95276" y="1522509"/>
            <a:ext cx="5602288" cy="4629402"/>
          </a:xfrm>
          <a:prstGeom prst="rect">
            <a:avLst/>
          </a:prstGeom>
        </p:spPr>
      </p:pic>
      <p:pic>
        <p:nvPicPr>
          <p:cNvPr id="8" name="Content Placeholder 7">
            <a:extLst>
              <a:ext uri="{FF2B5EF4-FFF2-40B4-BE49-F238E27FC236}">
                <a16:creationId xmlns:a16="http://schemas.microsoft.com/office/drawing/2014/main" id="{9E41A5F5-9187-8DBE-1A88-979BE0E1656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291263" y="1549940"/>
            <a:ext cx="5640950" cy="4601971"/>
          </a:xfrm>
          <a:prstGeom prst="rect">
            <a:avLst/>
          </a:prstGeom>
        </p:spPr>
      </p:pic>
    </p:spTree>
    <p:extLst>
      <p:ext uri="{BB962C8B-B14F-4D97-AF65-F5344CB8AC3E}">
        <p14:creationId xmlns:p14="http://schemas.microsoft.com/office/powerpoint/2010/main" val="3799907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CFD03-44BD-B559-763A-D93C398EAE51}"/>
              </a:ext>
            </a:extLst>
          </p:cNvPr>
          <p:cNvSpPr>
            <a:spLocks noGrp="1"/>
          </p:cNvSpPr>
          <p:nvPr>
            <p:ph type="title"/>
          </p:nvPr>
        </p:nvSpPr>
        <p:spPr/>
        <p:txBody>
          <a:bodyPr/>
          <a:lstStyle/>
          <a:p>
            <a:r>
              <a:rPr lang="en-US" dirty="0"/>
              <a:t>Customization Trade-offs</a:t>
            </a:r>
          </a:p>
        </p:txBody>
      </p:sp>
      <p:graphicFrame>
        <p:nvGraphicFramePr>
          <p:cNvPr id="4" name="Content Placeholder 3">
            <a:extLst>
              <a:ext uri="{FF2B5EF4-FFF2-40B4-BE49-F238E27FC236}">
                <a16:creationId xmlns:a16="http://schemas.microsoft.com/office/drawing/2014/main" id="{F87E3DFF-6CAB-19EC-789A-D8A06EA524B2}"/>
              </a:ext>
            </a:extLst>
          </p:cNvPr>
          <p:cNvGraphicFramePr>
            <a:graphicFrameLocks noGrp="1"/>
          </p:cNvGraphicFramePr>
          <p:nvPr>
            <p:ph idx="1"/>
            <p:extLst>
              <p:ext uri="{D42A27DB-BD31-4B8C-83A1-F6EECF244321}">
                <p14:modId xmlns:p14="http://schemas.microsoft.com/office/powerpoint/2010/main" val="3125427030"/>
              </p:ext>
            </p:extLst>
          </p:nvPr>
        </p:nvGraphicFramePr>
        <p:xfrm>
          <a:off x="685800" y="1344613"/>
          <a:ext cx="10817224" cy="4157692"/>
        </p:xfrm>
        <a:graphic>
          <a:graphicData uri="http://schemas.openxmlformats.org/drawingml/2006/table">
            <a:tbl>
              <a:tblPr firstRow="1" bandRow="1">
                <a:tableStyleId>{5C22544A-7EE6-4342-B048-85BDC9FD1C3A}</a:tableStyleId>
              </a:tblPr>
              <a:tblGrid>
                <a:gridCol w="2704306">
                  <a:extLst>
                    <a:ext uri="{9D8B030D-6E8A-4147-A177-3AD203B41FA5}">
                      <a16:colId xmlns:a16="http://schemas.microsoft.com/office/drawing/2014/main" val="2508783327"/>
                    </a:ext>
                  </a:extLst>
                </a:gridCol>
                <a:gridCol w="2704306">
                  <a:extLst>
                    <a:ext uri="{9D8B030D-6E8A-4147-A177-3AD203B41FA5}">
                      <a16:colId xmlns:a16="http://schemas.microsoft.com/office/drawing/2014/main" val="2980457010"/>
                    </a:ext>
                  </a:extLst>
                </a:gridCol>
                <a:gridCol w="2704306">
                  <a:extLst>
                    <a:ext uri="{9D8B030D-6E8A-4147-A177-3AD203B41FA5}">
                      <a16:colId xmlns:a16="http://schemas.microsoft.com/office/drawing/2014/main" val="144349330"/>
                    </a:ext>
                  </a:extLst>
                </a:gridCol>
                <a:gridCol w="2704306">
                  <a:extLst>
                    <a:ext uri="{9D8B030D-6E8A-4147-A177-3AD203B41FA5}">
                      <a16:colId xmlns:a16="http://schemas.microsoft.com/office/drawing/2014/main" val="2990599178"/>
                    </a:ext>
                  </a:extLst>
                </a:gridCol>
              </a:tblGrid>
              <a:tr h="1039423">
                <a:tc>
                  <a:txBody>
                    <a:bodyPr/>
                    <a:lstStyle/>
                    <a:p>
                      <a:pPr algn="ctr"/>
                      <a:r>
                        <a:rPr lang="en-US" dirty="0"/>
                        <a:t>Technique</a:t>
                      </a:r>
                    </a:p>
                  </a:txBody>
                  <a:tcPr/>
                </a:tc>
                <a:tc>
                  <a:txBody>
                    <a:bodyPr/>
                    <a:lstStyle/>
                    <a:p>
                      <a:pPr algn="ctr"/>
                      <a:r>
                        <a:rPr lang="en-US" dirty="0"/>
                        <a:t>Context Size</a:t>
                      </a:r>
                    </a:p>
                  </a:txBody>
                  <a:tcPr/>
                </a:tc>
                <a:tc>
                  <a:txBody>
                    <a:bodyPr/>
                    <a:lstStyle/>
                    <a:p>
                      <a:pPr algn="ctr"/>
                      <a:r>
                        <a:rPr lang="en-US" dirty="0"/>
                        <a:t>Inference Time</a:t>
                      </a:r>
                    </a:p>
                  </a:txBody>
                  <a:tcPr/>
                </a:tc>
                <a:tc>
                  <a:txBody>
                    <a:bodyPr/>
                    <a:lstStyle/>
                    <a:p>
                      <a:pPr algn="ctr"/>
                      <a:r>
                        <a:rPr lang="en-US" dirty="0"/>
                        <a:t>Effort</a:t>
                      </a:r>
                    </a:p>
                  </a:txBody>
                  <a:tcPr/>
                </a:tc>
                <a:extLst>
                  <a:ext uri="{0D108BD9-81ED-4DB2-BD59-A6C34878D82A}">
                    <a16:rowId xmlns:a16="http://schemas.microsoft.com/office/drawing/2014/main" val="3168597809"/>
                  </a:ext>
                </a:extLst>
              </a:tr>
              <a:tr h="1039423">
                <a:tc>
                  <a:txBody>
                    <a:bodyPr/>
                    <a:lstStyle/>
                    <a:p>
                      <a:pPr algn="ctr"/>
                      <a:r>
                        <a:rPr lang="en-US" b="1" dirty="0"/>
                        <a:t>System Prompt</a:t>
                      </a:r>
                    </a:p>
                  </a:txBody>
                  <a:tcPr anchor="ctr"/>
                </a:tc>
                <a:tc>
                  <a:txBody>
                    <a:bodyPr/>
                    <a:lstStyle/>
                    <a:p>
                      <a:pPr algn="ctr"/>
                      <a:r>
                        <a:rPr lang="en-US" b="1" dirty="0">
                          <a:solidFill>
                            <a:srgbClr val="FF0000"/>
                          </a:solidFill>
                        </a:rPr>
                        <a:t>Impacted</a:t>
                      </a:r>
                    </a:p>
                  </a:txBody>
                  <a:tcPr anchor="ctr"/>
                </a:tc>
                <a:tc>
                  <a:txBody>
                    <a:bodyPr/>
                    <a:lstStyle/>
                    <a:p>
                      <a:pPr algn="ctr"/>
                      <a:r>
                        <a:rPr lang="en-US" dirty="0"/>
                        <a:t>Low Impact</a:t>
                      </a:r>
                    </a:p>
                  </a:txBody>
                  <a:tcPr anchor="ctr"/>
                </a:tc>
                <a:tc>
                  <a:txBody>
                    <a:bodyPr/>
                    <a:lstStyle/>
                    <a:p>
                      <a:pPr algn="ctr"/>
                      <a:r>
                        <a:rPr lang="en-US" dirty="0"/>
                        <a:t>Low</a:t>
                      </a:r>
                    </a:p>
                  </a:txBody>
                  <a:tcPr anchor="ctr"/>
                </a:tc>
                <a:extLst>
                  <a:ext uri="{0D108BD9-81ED-4DB2-BD59-A6C34878D82A}">
                    <a16:rowId xmlns:a16="http://schemas.microsoft.com/office/drawing/2014/main" val="1762831589"/>
                  </a:ext>
                </a:extLst>
              </a:tr>
              <a:tr h="1039423">
                <a:tc>
                  <a:txBody>
                    <a:bodyPr/>
                    <a:lstStyle/>
                    <a:p>
                      <a:pPr algn="ctr"/>
                      <a:r>
                        <a:rPr lang="en-US" b="1" dirty="0"/>
                        <a:t>RAG</a:t>
                      </a:r>
                    </a:p>
                  </a:txBody>
                  <a:tcPr anchor="ctr"/>
                </a:tc>
                <a:tc>
                  <a:txBody>
                    <a:bodyPr/>
                    <a:lstStyle/>
                    <a:p>
                      <a:pPr algn="ctr"/>
                      <a:r>
                        <a:rPr lang="en-US" b="1" dirty="0">
                          <a:solidFill>
                            <a:srgbClr val="FF0000"/>
                          </a:solidFill>
                        </a:rPr>
                        <a:t>Impacted</a:t>
                      </a:r>
                    </a:p>
                  </a:txBody>
                  <a:tcPr anchor="ctr"/>
                </a:tc>
                <a:tc>
                  <a:txBody>
                    <a:bodyPr/>
                    <a:lstStyle/>
                    <a:p>
                      <a:pPr algn="ctr"/>
                      <a:r>
                        <a:rPr lang="en-US" dirty="0"/>
                        <a:t>Slightly More Impact</a:t>
                      </a:r>
                    </a:p>
                  </a:txBody>
                  <a:tcPr anchor="ctr"/>
                </a:tc>
                <a:tc>
                  <a:txBody>
                    <a:bodyPr/>
                    <a:lstStyle/>
                    <a:p>
                      <a:pPr algn="ctr"/>
                      <a:r>
                        <a:rPr lang="en-US" dirty="0"/>
                        <a:t>Medium</a:t>
                      </a:r>
                    </a:p>
                  </a:txBody>
                  <a:tcPr anchor="ctr"/>
                </a:tc>
                <a:extLst>
                  <a:ext uri="{0D108BD9-81ED-4DB2-BD59-A6C34878D82A}">
                    <a16:rowId xmlns:a16="http://schemas.microsoft.com/office/drawing/2014/main" val="546620060"/>
                  </a:ext>
                </a:extLst>
              </a:tr>
              <a:tr h="1039423">
                <a:tc>
                  <a:txBody>
                    <a:bodyPr/>
                    <a:lstStyle/>
                    <a:p>
                      <a:pPr algn="ctr"/>
                      <a:r>
                        <a:rPr lang="en-US" b="1" dirty="0"/>
                        <a:t>Fine-tuning</a:t>
                      </a:r>
                    </a:p>
                  </a:txBody>
                  <a:tcPr anchor="ctr"/>
                </a:tc>
                <a:tc>
                  <a:txBody>
                    <a:bodyPr/>
                    <a:lstStyle/>
                    <a:p>
                      <a:pPr algn="ctr"/>
                      <a:r>
                        <a:rPr lang="en-US" dirty="0"/>
                        <a:t>Not Impacted</a:t>
                      </a:r>
                    </a:p>
                  </a:txBody>
                  <a:tcPr anchor="ctr"/>
                </a:tc>
                <a:tc>
                  <a:txBody>
                    <a:bodyPr/>
                    <a:lstStyle/>
                    <a:p>
                      <a:pPr algn="ctr"/>
                      <a:r>
                        <a:rPr lang="en-US" dirty="0"/>
                        <a:t>Not Impacted</a:t>
                      </a:r>
                    </a:p>
                  </a:txBody>
                  <a:tcPr anchor="ctr"/>
                </a:tc>
                <a:tc>
                  <a:txBody>
                    <a:bodyPr/>
                    <a:lstStyle/>
                    <a:p>
                      <a:pPr algn="ctr"/>
                      <a:r>
                        <a:rPr lang="en-US" b="1" dirty="0">
                          <a:solidFill>
                            <a:srgbClr val="FF0000"/>
                          </a:solidFill>
                        </a:rPr>
                        <a:t>High</a:t>
                      </a:r>
                    </a:p>
                  </a:txBody>
                  <a:tcPr anchor="ctr"/>
                </a:tc>
                <a:extLst>
                  <a:ext uri="{0D108BD9-81ED-4DB2-BD59-A6C34878D82A}">
                    <a16:rowId xmlns:a16="http://schemas.microsoft.com/office/drawing/2014/main" val="3418048880"/>
                  </a:ext>
                </a:extLst>
              </a:tr>
            </a:tbl>
          </a:graphicData>
        </a:graphic>
      </p:graphicFrame>
    </p:spTree>
    <p:extLst>
      <p:ext uri="{BB962C8B-B14F-4D97-AF65-F5344CB8AC3E}">
        <p14:creationId xmlns:p14="http://schemas.microsoft.com/office/powerpoint/2010/main" val="13470989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F607B-62C6-9D37-9F88-77F5A0D04668}"/>
              </a:ext>
            </a:extLst>
          </p:cNvPr>
          <p:cNvSpPr>
            <a:spLocks noGrp="1"/>
          </p:cNvSpPr>
          <p:nvPr>
            <p:ph type="title"/>
          </p:nvPr>
        </p:nvSpPr>
        <p:spPr/>
        <p:txBody>
          <a:bodyPr/>
          <a:lstStyle/>
          <a:p>
            <a:r>
              <a:rPr lang="en-US" dirty="0"/>
              <a:t>What we’ve learned…</a:t>
            </a:r>
          </a:p>
        </p:txBody>
      </p:sp>
      <p:sp>
        <p:nvSpPr>
          <p:cNvPr id="3" name="Content Placeholder 2">
            <a:extLst>
              <a:ext uri="{FF2B5EF4-FFF2-40B4-BE49-F238E27FC236}">
                <a16:creationId xmlns:a16="http://schemas.microsoft.com/office/drawing/2014/main" id="{9C72D4BE-0AE2-2870-CCF2-503F842E7A73}"/>
              </a:ext>
            </a:extLst>
          </p:cNvPr>
          <p:cNvSpPr>
            <a:spLocks noGrp="1"/>
          </p:cNvSpPr>
          <p:nvPr>
            <p:ph idx="1"/>
          </p:nvPr>
        </p:nvSpPr>
        <p:spPr/>
        <p:txBody>
          <a:bodyPr/>
          <a:lstStyle/>
          <a:p>
            <a:r>
              <a:rPr lang="en-US" dirty="0"/>
              <a:t>What a model is</a:t>
            </a:r>
          </a:p>
          <a:p>
            <a:r>
              <a:rPr lang="en-US" dirty="0"/>
              <a:t>Where to find models</a:t>
            </a:r>
          </a:p>
          <a:p>
            <a:r>
              <a:rPr lang="en-US" dirty="0"/>
              <a:t>How to “run” models</a:t>
            </a:r>
          </a:p>
          <a:p>
            <a:r>
              <a:rPr lang="en-US" dirty="0"/>
              <a:t>How to enhance inference with relevant data (RAG)</a:t>
            </a:r>
          </a:p>
          <a:p>
            <a:r>
              <a:rPr lang="en-US" dirty="0"/>
              <a:t>How to fine-tune a model</a:t>
            </a:r>
          </a:p>
          <a:p>
            <a:r>
              <a:rPr lang="en-US" dirty="0"/>
              <a:t>Lot’s of jargon!</a:t>
            </a:r>
          </a:p>
        </p:txBody>
      </p:sp>
    </p:spTree>
    <p:extLst>
      <p:ext uri="{BB962C8B-B14F-4D97-AF65-F5344CB8AC3E}">
        <p14:creationId xmlns:p14="http://schemas.microsoft.com/office/powerpoint/2010/main" val="35280409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C68B5-B6FB-7E6F-00F2-5E7BEFA0683C}"/>
              </a:ext>
            </a:extLst>
          </p:cNvPr>
          <p:cNvSpPr>
            <a:spLocks noGrp="1"/>
          </p:cNvSpPr>
          <p:nvPr>
            <p:ph type="title"/>
          </p:nvPr>
        </p:nvSpPr>
        <p:spPr>
          <a:xfrm>
            <a:off x="685800" y="301752"/>
            <a:ext cx="10817352" cy="914400"/>
          </a:xfrm>
        </p:spPr>
        <p:txBody>
          <a:bodyPr anchor="ctr">
            <a:normAutofit/>
          </a:bodyPr>
          <a:lstStyle/>
          <a:p>
            <a:r>
              <a:rPr lang="en-US" dirty="0"/>
              <a:t>Resources</a:t>
            </a:r>
          </a:p>
        </p:txBody>
      </p:sp>
      <p:graphicFrame>
        <p:nvGraphicFramePr>
          <p:cNvPr id="5" name="Content Placeholder 2">
            <a:extLst>
              <a:ext uri="{FF2B5EF4-FFF2-40B4-BE49-F238E27FC236}">
                <a16:creationId xmlns:a16="http://schemas.microsoft.com/office/drawing/2014/main" id="{C6351176-8A9F-BE0E-9CC8-4060C54FF280}"/>
              </a:ext>
            </a:extLst>
          </p:cNvPr>
          <p:cNvGraphicFramePr>
            <a:graphicFrameLocks noGrp="1"/>
          </p:cNvGraphicFramePr>
          <p:nvPr>
            <p:ph idx="1"/>
            <p:extLst>
              <p:ext uri="{D42A27DB-BD31-4B8C-83A1-F6EECF244321}">
                <p14:modId xmlns:p14="http://schemas.microsoft.com/office/powerpoint/2010/main" val="83608785"/>
              </p:ext>
            </p:extLst>
          </p:nvPr>
        </p:nvGraphicFramePr>
        <p:xfrm>
          <a:off x="685800" y="1344168"/>
          <a:ext cx="10817352" cy="4663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757866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004D6-63A9-86F4-C8D5-AB5D881AB43D}"/>
              </a:ext>
            </a:extLst>
          </p:cNvPr>
          <p:cNvSpPr>
            <a:spLocks noGrp="1"/>
          </p:cNvSpPr>
          <p:nvPr>
            <p:ph type="title"/>
          </p:nvPr>
        </p:nvSpPr>
        <p:spPr/>
        <p:txBody>
          <a:bodyPr/>
          <a:lstStyle/>
          <a:p>
            <a:r>
              <a:rPr lang="en-US" dirty="0"/>
              <a:t>BetterOffline.com</a:t>
            </a:r>
          </a:p>
        </p:txBody>
      </p:sp>
      <p:pic>
        <p:nvPicPr>
          <p:cNvPr id="5" name="Content Placeholder 4">
            <a:extLst>
              <a:ext uri="{FF2B5EF4-FFF2-40B4-BE49-F238E27FC236}">
                <a16:creationId xmlns:a16="http://schemas.microsoft.com/office/drawing/2014/main" id="{95175E24-50B6-FA88-7EFD-EAA81A2F1B0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63169" y="1344613"/>
            <a:ext cx="4662487" cy="4662487"/>
          </a:xfrm>
          <a:prstGeom prst="rect">
            <a:avLst/>
          </a:prstGeom>
        </p:spPr>
      </p:pic>
    </p:spTree>
    <p:extLst>
      <p:ext uri="{BB962C8B-B14F-4D97-AF65-F5344CB8AC3E}">
        <p14:creationId xmlns:p14="http://schemas.microsoft.com/office/powerpoint/2010/main" val="21542391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8EB0B-405D-E31D-DBD3-360EF751D853}"/>
              </a:ext>
            </a:extLst>
          </p:cNvPr>
          <p:cNvSpPr>
            <a:spLocks noGrp="1"/>
          </p:cNvSpPr>
          <p:nvPr>
            <p:ph type="ctrTitle"/>
          </p:nvPr>
        </p:nvSpPr>
        <p:spPr/>
        <p:txBody>
          <a:bodyPr/>
          <a:lstStyle/>
          <a:p>
            <a:r>
              <a:rPr lang="en-US" dirty="0"/>
              <a:t>Thank you 🙏</a:t>
            </a:r>
          </a:p>
        </p:txBody>
      </p:sp>
      <p:sp>
        <p:nvSpPr>
          <p:cNvPr id="3" name="Subtitle 2">
            <a:extLst>
              <a:ext uri="{FF2B5EF4-FFF2-40B4-BE49-F238E27FC236}">
                <a16:creationId xmlns:a16="http://schemas.microsoft.com/office/drawing/2014/main" id="{EA2CEC31-9B65-7AC6-14CD-14FB351A7FEE}"/>
              </a:ext>
            </a:extLst>
          </p:cNvPr>
          <p:cNvSpPr>
            <a:spLocks noGrp="1"/>
          </p:cNvSpPr>
          <p:nvPr>
            <p:ph type="subTitle" idx="1"/>
          </p:nvPr>
        </p:nvSpPr>
        <p:spPr/>
        <p:txBody>
          <a:bodyPr/>
          <a:lstStyle/>
          <a:p>
            <a:r>
              <a:rPr lang="en-US" dirty="0"/>
              <a:t>Questions?</a:t>
            </a:r>
          </a:p>
        </p:txBody>
      </p:sp>
      <p:pic>
        <p:nvPicPr>
          <p:cNvPr id="5" name="Picture 4">
            <a:extLst>
              <a:ext uri="{FF2B5EF4-FFF2-40B4-BE49-F238E27FC236}">
                <a16:creationId xmlns:a16="http://schemas.microsoft.com/office/drawing/2014/main" id="{A311F272-7F8C-C6BE-C156-ED16D6D3DCCF}"/>
              </a:ext>
              <a:ext uri="{C183D7F6-B498-43B3-948B-1728B52AA6E4}">
                <adec:decorative xmlns:adec="http://schemas.microsoft.com/office/drawing/2017/decorative" val="1"/>
              </a:ext>
            </a:extLst>
          </p:cNvPr>
          <p:cNvPicPr>
            <a:picLocks noChangeAspect="1"/>
          </p:cNvPicPr>
          <p:nvPr/>
        </p:nvPicPr>
        <p:blipFill>
          <a:blip r:embed="rId2"/>
          <a:srcRect l="8958" t="19291" r="8613" b="2222"/>
          <a:stretch>
            <a:fillRect/>
          </a:stretch>
        </p:blipFill>
        <p:spPr>
          <a:xfrm>
            <a:off x="6096000" y="408561"/>
            <a:ext cx="4659549" cy="4036980"/>
          </a:xfrm>
          <a:prstGeom prst="rect">
            <a:avLst/>
          </a:prstGeom>
        </p:spPr>
      </p:pic>
    </p:spTree>
    <p:extLst>
      <p:ext uri="{BB962C8B-B14F-4D97-AF65-F5344CB8AC3E}">
        <p14:creationId xmlns:p14="http://schemas.microsoft.com/office/powerpoint/2010/main" val="4226329764"/>
      </p:ext>
    </p:extLst>
  </p:cSld>
  <p:clrMapOvr>
    <a:masterClrMapping/>
  </p:clrMapOvr>
</p:sld>
</file>

<file path=ppt/theme/theme1.xml><?xml version="1.0" encoding="utf-8"?>
<a:theme xmlns:a="http://schemas.openxmlformats.org/drawingml/2006/main" name="Richardson_PPT_Template">
  <a:themeElements>
    <a:clrScheme name="Custom 1 1">
      <a:dk1>
        <a:srgbClr val="000000"/>
      </a:dk1>
      <a:lt1>
        <a:srgbClr val="FFFFFF"/>
      </a:lt1>
      <a:dk2>
        <a:srgbClr val="000000"/>
      </a:dk2>
      <a:lt2>
        <a:srgbClr val="FFFFFF"/>
      </a:lt2>
      <a:accent1>
        <a:srgbClr val="00468B"/>
      </a:accent1>
      <a:accent2>
        <a:srgbClr val="BB9B54"/>
      </a:accent2>
      <a:accent3>
        <a:srgbClr val="A0AD89"/>
      </a:accent3>
      <a:accent4>
        <a:srgbClr val="C0DBF0"/>
      </a:accent4>
      <a:accent5>
        <a:srgbClr val="862633"/>
      </a:accent5>
      <a:accent6>
        <a:srgbClr val="A6B2B8"/>
      </a:accent6>
      <a:hlink>
        <a:srgbClr val="00468B"/>
      </a:hlink>
      <a:folHlink>
        <a:srgbClr val="00468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spcBef>
            <a:spcPts val="1000"/>
          </a:spcBef>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Presentation1" id="{DF8DC575-D9F7-5B47-9B58-0CC62B59C83E}" vid="{7815658B-CEF0-274A-88A6-82B28FC4B37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Richardson_PPT_Template</Template>
  <TotalTime>24104</TotalTime>
  <Words>1559</Words>
  <Application>Microsoft Office PowerPoint</Application>
  <PresentationFormat>Widescreen</PresentationFormat>
  <Paragraphs>378</Paragraphs>
  <Slides>42</Slides>
  <Notes>14</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Aptos</vt:lpstr>
      <vt:lpstr>Arial</vt:lpstr>
      <vt:lpstr>Consolas</vt:lpstr>
      <vt:lpstr>Courier New</vt:lpstr>
      <vt:lpstr>Wingdings</vt:lpstr>
      <vt:lpstr>Richardson_PPT_Template</vt:lpstr>
      <vt:lpstr>  RAG, Embeddings and LoRA</vt:lpstr>
      <vt:lpstr>This talk addresses…</vt:lpstr>
      <vt:lpstr>My LocalAI Journey</vt:lpstr>
      <vt:lpstr>What is a Large Language Model?</vt:lpstr>
      <vt:lpstr>Components of LocalAI</vt:lpstr>
      <vt:lpstr>Jargon of LocalAI</vt:lpstr>
      <vt:lpstr>Models</vt:lpstr>
      <vt:lpstr>Weights &amp; Quantization</vt:lpstr>
      <vt:lpstr>Hugging Face 🤗</vt:lpstr>
      <vt:lpstr>Inference Engine</vt:lpstr>
      <vt:lpstr>llama.cpp</vt:lpstr>
      <vt:lpstr>Example</vt:lpstr>
      <vt:lpstr>Model Nomenclature</vt:lpstr>
      <vt:lpstr>Model Nomenclature</vt:lpstr>
      <vt:lpstr>Hardware</vt:lpstr>
      <vt:lpstr>Harness</vt:lpstr>
      <vt:lpstr>Tools &amp; MCPs</vt:lpstr>
      <vt:lpstr>LangChain</vt:lpstr>
      <vt:lpstr>Making a Local Model Your Own</vt:lpstr>
      <vt:lpstr>Retrieval Augmented Generation</vt:lpstr>
      <vt:lpstr>RAG</vt:lpstr>
      <vt:lpstr>Elements of a RAG Pipeline</vt:lpstr>
      <vt:lpstr>RAG Pipeline</vt:lpstr>
      <vt:lpstr>RAG Pipeline</vt:lpstr>
      <vt:lpstr>RAG Pipeline</vt:lpstr>
      <vt:lpstr>RAG Pipeline</vt:lpstr>
      <vt:lpstr>RAG Pipeline</vt:lpstr>
      <vt:lpstr>RAG Pipeline</vt:lpstr>
      <vt:lpstr>RAG Pipeline</vt:lpstr>
      <vt:lpstr>RAG Pipeline</vt:lpstr>
      <vt:lpstr>RAG Pipeline</vt:lpstr>
      <vt:lpstr>Example</vt:lpstr>
      <vt:lpstr>Fine Tuning</vt:lpstr>
      <vt:lpstr>Fine Tuning: LoRA</vt:lpstr>
      <vt:lpstr>LLaMA Factory</vt:lpstr>
      <vt:lpstr>Running the LoRA</vt:lpstr>
      <vt:lpstr>Fine-tuning Example</vt:lpstr>
      <vt:lpstr>Customization Trade-offs</vt:lpstr>
      <vt:lpstr>What we’ve learned…</vt:lpstr>
      <vt:lpstr>Resources</vt:lpstr>
      <vt:lpstr>BetterOffline.com</vt:lpstr>
      <vt:lpstr>Thank you 🙏</vt:lpstr>
    </vt:vector>
  </TitlesOfParts>
  <Company>Richardson International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Craig Tataryn</dc:creator>
  <cp:lastModifiedBy>Craig Tataryn</cp:lastModifiedBy>
  <cp:revision>51</cp:revision>
  <dcterms:created xsi:type="dcterms:W3CDTF">2026-08-14T13:53:41Z</dcterms:created>
  <dcterms:modified xsi:type="dcterms:W3CDTF">2026-09-22T11:45:31Z</dcterms:modified>
</cp:coreProperties>
</file>